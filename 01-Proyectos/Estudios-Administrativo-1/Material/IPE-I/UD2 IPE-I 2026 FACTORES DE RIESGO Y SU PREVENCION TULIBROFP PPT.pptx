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80" r:id="rId1"/>
  </p:sldMasterIdLst>
  <p:notesMasterIdLst>
    <p:notesMasterId r:id="rId37"/>
  </p:notesMasterIdLst>
  <p:sldIdLst>
    <p:sldId id="301" r:id="rId2"/>
    <p:sldId id="332" r:id="rId3"/>
    <p:sldId id="257" r:id="rId4"/>
    <p:sldId id="258" r:id="rId5"/>
    <p:sldId id="280" r:id="rId6"/>
    <p:sldId id="315" r:id="rId7"/>
    <p:sldId id="317" r:id="rId8"/>
    <p:sldId id="333" r:id="rId9"/>
    <p:sldId id="335" r:id="rId10"/>
    <p:sldId id="334" r:id="rId11"/>
    <p:sldId id="336" r:id="rId12"/>
    <p:sldId id="337" r:id="rId13"/>
    <p:sldId id="319" r:id="rId14"/>
    <p:sldId id="338" r:id="rId15"/>
    <p:sldId id="339" r:id="rId16"/>
    <p:sldId id="340" r:id="rId17"/>
    <p:sldId id="314" r:id="rId18"/>
    <p:sldId id="304" r:id="rId19"/>
    <p:sldId id="320" r:id="rId20"/>
    <p:sldId id="260" r:id="rId21"/>
    <p:sldId id="283" r:id="rId22"/>
    <p:sldId id="322" r:id="rId23"/>
    <p:sldId id="323" r:id="rId24"/>
    <p:sldId id="324" r:id="rId25"/>
    <p:sldId id="325" r:id="rId26"/>
    <p:sldId id="326" r:id="rId27"/>
    <p:sldId id="327" r:id="rId28"/>
    <p:sldId id="271" r:id="rId29"/>
    <p:sldId id="328" r:id="rId30"/>
    <p:sldId id="329" r:id="rId31"/>
    <p:sldId id="341" r:id="rId32"/>
    <p:sldId id="330" r:id="rId33"/>
    <p:sldId id="331" r:id="rId34"/>
    <p:sldId id="342" r:id="rId35"/>
    <p:sldId id="302" r:id="rId36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F4B6"/>
    <a:srgbClr val="B2F1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5" autoAdjust="0"/>
    <p:restoredTop sz="94660"/>
  </p:normalViewPr>
  <p:slideViewPr>
    <p:cSldViewPr>
      <p:cViewPr varScale="1">
        <p:scale>
          <a:sx n="81" d="100"/>
          <a:sy n="81" d="100"/>
        </p:scale>
        <p:origin x="1502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slide" Target="../slides/slide13.xml"/><Relationship Id="rId1" Type="http://schemas.openxmlformats.org/officeDocument/2006/relationships/slide" Target="../slides/slide7.xml"/><Relationship Id="rId4" Type="http://schemas.openxmlformats.org/officeDocument/2006/relationships/slide" Target="../slides/slide19.xml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7.xml"/><Relationship Id="rId2" Type="http://schemas.openxmlformats.org/officeDocument/2006/relationships/slide" Target="../slides/slide26.xml"/><Relationship Id="rId1" Type="http://schemas.openxmlformats.org/officeDocument/2006/relationships/slide" Target="../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7C7C77-1B0A-459C-B3CB-097A30967022}" type="doc">
      <dgm:prSet loTypeId="urn:microsoft.com/office/officeart/2005/8/layout/hChevron3" loCatId="process" qsTypeId="urn:microsoft.com/office/officeart/2005/8/quickstyle/simple2" qsCatId="simple" csTypeId="urn:microsoft.com/office/officeart/2005/8/colors/colorful4" csCatId="colorful" phldr="1"/>
      <dgm:spPr/>
      <dgm:t>
        <a:bodyPr/>
        <a:lstStyle/>
        <a:p>
          <a:endParaRPr lang="es-ES"/>
        </a:p>
      </dgm:t>
    </dgm:pt>
    <dgm:pt modelId="{EB73A7ED-0AE0-445E-924A-3F6FB1CDD08D}">
      <dgm:prSet phldrT="[Texto]"/>
      <dgm:spPr/>
      <dgm:t>
        <a:bodyPr/>
        <a:lstStyle/>
        <a:p>
          <a:r>
            <a:rPr lang="es-ES_tradnl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Condiciones de seguridad</a:t>
          </a:r>
          <a:endParaRPr lang="es-E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2C83026-7FFA-4BB1-B3A9-CAA2C13D8E1D}" type="parTrans" cxnId="{9E064B53-862F-4B72-83AC-3B6A7475DA6A}">
      <dgm:prSet/>
      <dgm:spPr/>
      <dgm:t>
        <a:bodyPr/>
        <a:lstStyle/>
        <a:p>
          <a:endParaRPr lang="es-ES"/>
        </a:p>
      </dgm:t>
    </dgm:pt>
    <dgm:pt modelId="{CF87FB2D-6C5C-4EC9-A083-483C89CCF2E1}" type="sibTrans" cxnId="{9E064B53-862F-4B72-83AC-3B6A7475DA6A}">
      <dgm:prSet/>
      <dgm:spPr/>
      <dgm:t>
        <a:bodyPr/>
        <a:lstStyle/>
        <a:p>
          <a:endParaRPr lang="es-ES"/>
        </a:p>
      </dgm:t>
    </dgm:pt>
    <dgm:pt modelId="{54AC97FD-1DF6-48CE-951C-BA67C43D0055}">
      <dgm:prSet phldrT="[Texto]"/>
      <dgm:spPr/>
      <dgm:t>
        <a:bodyPr/>
        <a:lstStyle/>
        <a:p>
          <a:r>
            <a:rPr lang="es-ES_tradnl" dirty="0"/>
            <a:t>- Lugares de trabajo</a:t>
          </a:r>
        </a:p>
        <a:p>
          <a:r>
            <a:rPr lang="es-ES_tradnl" dirty="0"/>
            <a:t>- Equipos de trabajo</a:t>
          </a:r>
          <a:endParaRPr lang="es-ES" dirty="0"/>
        </a:p>
      </dgm:t>
    </dgm:pt>
    <dgm:pt modelId="{A4917251-8189-488C-AD3A-7864AAC62DC1}" type="parTrans" cxnId="{D0671CCA-8AC3-4A51-BB9C-176B0FB13E89}">
      <dgm:prSet/>
      <dgm:spPr/>
      <dgm:t>
        <a:bodyPr/>
        <a:lstStyle/>
        <a:p>
          <a:endParaRPr lang="es-ES"/>
        </a:p>
      </dgm:t>
    </dgm:pt>
    <dgm:pt modelId="{DC27CAF4-23C0-445B-A5F9-BDD0538A9A69}" type="sibTrans" cxnId="{D0671CCA-8AC3-4A51-BB9C-176B0FB13E89}">
      <dgm:prSet/>
      <dgm:spPr/>
      <dgm:t>
        <a:bodyPr/>
        <a:lstStyle/>
        <a:p>
          <a:endParaRPr lang="es-ES"/>
        </a:p>
      </dgm:t>
    </dgm:pt>
    <dgm:pt modelId="{4D412FCF-6969-43E6-B7D1-E0FEE40A58B6}">
      <dgm:prSet phldrT="[Texto]"/>
      <dgm:spPr/>
      <dgm:t>
        <a:bodyPr/>
        <a:lstStyle/>
        <a:p>
          <a:r>
            <a:rPr lang="es-ES_tradnl" b="1" i="1" dirty="0"/>
            <a:t>Accidentes de trabajo</a:t>
          </a:r>
          <a:endParaRPr lang="es-ES" b="1" i="1" dirty="0"/>
        </a:p>
      </dgm:t>
    </dgm:pt>
    <dgm:pt modelId="{1D1E8E2B-A5B2-44DF-AF86-AC7271E19E6D}" type="parTrans" cxnId="{C595DD59-C287-4BBE-8612-A8FF893B361F}">
      <dgm:prSet/>
      <dgm:spPr/>
      <dgm:t>
        <a:bodyPr/>
        <a:lstStyle/>
        <a:p>
          <a:endParaRPr lang="es-ES"/>
        </a:p>
      </dgm:t>
    </dgm:pt>
    <dgm:pt modelId="{44F1291E-1B61-4F57-8FDF-B63EFC3BB3FA}" type="sibTrans" cxnId="{C595DD59-C287-4BBE-8612-A8FF893B361F}">
      <dgm:prSet/>
      <dgm:spPr/>
      <dgm:t>
        <a:bodyPr/>
        <a:lstStyle/>
        <a:p>
          <a:endParaRPr lang="es-ES"/>
        </a:p>
      </dgm:t>
    </dgm:pt>
    <dgm:pt modelId="{C9BFBC37-FEDC-495E-B64B-A2C0CE0488CA}" type="pres">
      <dgm:prSet presAssocID="{BF7C7C77-1B0A-459C-B3CB-097A30967022}" presName="Name0" presStyleCnt="0">
        <dgm:presLayoutVars>
          <dgm:dir/>
          <dgm:resizeHandles val="exact"/>
        </dgm:presLayoutVars>
      </dgm:prSet>
      <dgm:spPr/>
    </dgm:pt>
    <dgm:pt modelId="{CFC3999F-0E18-4B02-971F-F823F16B6343}" type="pres">
      <dgm:prSet presAssocID="{EB73A7ED-0AE0-445E-924A-3F6FB1CDD08D}" presName="parTxOnly" presStyleLbl="node1" presStyleIdx="0" presStyleCnt="3">
        <dgm:presLayoutVars>
          <dgm:bulletEnabled val="1"/>
        </dgm:presLayoutVars>
      </dgm:prSet>
      <dgm:spPr/>
    </dgm:pt>
    <dgm:pt modelId="{FFF70B77-76BA-4C24-85B9-41F40FB352C7}" type="pres">
      <dgm:prSet presAssocID="{CF87FB2D-6C5C-4EC9-A083-483C89CCF2E1}" presName="parSpace" presStyleCnt="0"/>
      <dgm:spPr/>
    </dgm:pt>
    <dgm:pt modelId="{CEDA5FDE-9CA2-4A23-B6CD-20BF231D499C}" type="pres">
      <dgm:prSet presAssocID="{54AC97FD-1DF6-48CE-951C-BA67C43D0055}" presName="parTxOnly" presStyleLbl="node1" presStyleIdx="1" presStyleCnt="3">
        <dgm:presLayoutVars>
          <dgm:bulletEnabled val="1"/>
        </dgm:presLayoutVars>
      </dgm:prSet>
      <dgm:spPr/>
    </dgm:pt>
    <dgm:pt modelId="{28BC6D62-9F18-41A9-AB73-A7C8ED43D914}" type="pres">
      <dgm:prSet presAssocID="{DC27CAF4-23C0-445B-A5F9-BDD0538A9A69}" presName="parSpace" presStyleCnt="0"/>
      <dgm:spPr/>
    </dgm:pt>
    <dgm:pt modelId="{E006608F-CC64-425A-B669-037D767EC0EF}" type="pres">
      <dgm:prSet presAssocID="{4D412FCF-6969-43E6-B7D1-E0FEE40A58B6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1338BA06-5B59-42BE-93EC-07919C3D61E0}" type="presOf" srcId="{4D412FCF-6969-43E6-B7D1-E0FEE40A58B6}" destId="{E006608F-CC64-425A-B669-037D767EC0EF}" srcOrd="0" destOrd="0" presId="urn:microsoft.com/office/officeart/2005/8/layout/hChevron3"/>
    <dgm:cxn modelId="{08BC105C-C7F7-48C1-80AF-C4317187352D}" type="presOf" srcId="{EB73A7ED-0AE0-445E-924A-3F6FB1CDD08D}" destId="{CFC3999F-0E18-4B02-971F-F823F16B6343}" srcOrd="0" destOrd="0" presId="urn:microsoft.com/office/officeart/2005/8/layout/hChevron3"/>
    <dgm:cxn modelId="{9E064B53-862F-4B72-83AC-3B6A7475DA6A}" srcId="{BF7C7C77-1B0A-459C-B3CB-097A30967022}" destId="{EB73A7ED-0AE0-445E-924A-3F6FB1CDD08D}" srcOrd="0" destOrd="0" parTransId="{42C83026-7FFA-4BB1-B3A9-CAA2C13D8E1D}" sibTransId="{CF87FB2D-6C5C-4EC9-A083-483C89CCF2E1}"/>
    <dgm:cxn modelId="{C595DD59-C287-4BBE-8612-A8FF893B361F}" srcId="{BF7C7C77-1B0A-459C-B3CB-097A30967022}" destId="{4D412FCF-6969-43E6-B7D1-E0FEE40A58B6}" srcOrd="2" destOrd="0" parTransId="{1D1E8E2B-A5B2-44DF-AF86-AC7271E19E6D}" sibTransId="{44F1291E-1B61-4F57-8FDF-B63EFC3BB3FA}"/>
    <dgm:cxn modelId="{F99C4D7A-2E15-4B94-9CAF-57F8CDA89F1E}" type="presOf" srcId="{BF7C7C77-1B0A-459C-B3CB-097A30967022}" destId="{C9BFBC37-FEDC-495E-B64B-A2C0CE0488CA}" srcOrd="0" destOrd="0" presId="urn:microsoft.com/office/officeart/2005/8/layout/hChevron3"/>
    <dgm:cxn modelId="{EEBEC291-7CDC-4704-93E2-019284399994}" type="presOf" srcId="{54AC97FD-1DF6-48CE-951C-BA67C43D0055}" destId="{CEDA5FDE-9CA2-4A23-B6CD-20BF231D499C}" srcOrd="0" destOrd="0" presId="urn:microsoft.com/office/officeart/2005/8/layout/hChevron3"/>
    <dgm:cxn modelId="{D0671CCA-8AC3-4A51-BB9C-176B0FB13E89}" srcId="{BF7C7C77-1B0A-459C-B3CB-097A30967022}" destId="{54AC97FD-1DF6-48CE-951C-BA67C43D0055}" srcOrd="1" destOrd="0" parTransId="{A4917251-8189-488C-AD3A-7864AAC62DC1}" sibTransId="{DC27CAF4-23C0-445B-A5F9-BDD0538A9A69}"/>
    <dgm:cxn modelId="{DF33D19E-584C-4648-A8B7-941A53602687}" type="presParOf" srcId="{C9BFBC37-FEDC-495E-B64B-A2C0CE0488CA}" destId="{CFC3999F-0E18-4B02-971F-F823F16B6343}" srcOrd="0" destOrd="0" presId="urn:microsoft.com/office/officeart/2005/8/layout/hChevron3"/>
    <dgm:cxn modelId="{C91B8C41-7C5E-4909-AF17-00900542DEE0}" type="presParOf" srcId="{C9BFBC37-FEDC-495E-B64B-A2C0CE0488CA}" destId="{FFF70B77-76BA-4C24-85B9-41F40FB352C7}" srcOrd="1" destOrd="0" presId="urn:microsoft.com/office/officeart/2005/8/layout/hChevron3"/>
    <dgm:cxn modelId="{A2BE3345-F47E-407E-AEF8-2E9FE77E9E21}" type="presParOf" srcId="{C9BFBC37-FEDC-495E-B64B-A2C0CE0488CA}" destId="{CEDA5FDE-9CA2-4A23-B6CD-20BF231D499C}" srcOrd="2" destOrd="0" presId="urn:microsoft.com/office/officeart/2005/8/layout/hChevron3"/>
    <dgm:cxn modelId="{CC681DAF-E2BD-4657-A873-0D996CA2EF12}" type="presParOf" srcId="{C9BFBC37-FEDC-495E-B64B-A2C0CE0488CA}" destId="{28BC6D62-9F18-41A9-AB73-A7C8ED43D914}" srcOrd="3" destOrd="0" presId="urn:microsoft.com/office/officeart/2005/8/layout/hChevron3"/>
    <dgm:cxn modelId="{6A1B51CB-36B2-41A0-BC5F-E85183D22344}" type="presParOf" srcId="{C9BFBC37-FEDC-495E-B64B-A2C0CE0488CA}" destId="{E006608F-CC64-425A-B669-037D767EC0EF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7C7C77-1B0A-459C-B3CB-097A30967022}" type="doc">
      <dgm:prSet loTypeId="urn:microsoft.com/office/officeart/2005/8/layout/hChevron3" loCatId="process" qsTypeId="urn:microsoft.com/office/officeart/2005/8/quickstyle/simple2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EB73A7ED-0AE0-445E-924A-3F6FB1CDD08D}">
      <dgm:prSet phldrT="[Texto]"/>
      <dgm:spPr/>
      <dgm:t>
        <a:bodyPr/>
        <a:lstStyle/>
        <a:p>
          <a:r>
            <a:rPr lang="es-ES_tradnl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Condiciones  medioambientales</a:t>
          </a:r>
          <a:endParaRPr lang="es-E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2C83026-7FFA-4BB1-B3A9-CAA2C13D8E1D}" type="parTrans" cxnId="{9E064B53-862F-4B72-83AC-3B6A7475DA6A}">
      <dgm:prSet/>
      <dgm:spPr/>
      <dgm:t>
        <a:bodyPr/>
        <a:lstStyle/>
        <a:p>
          <a:endParaRPr lang="es-ES"/>
        </a:p>
      </dgm:t>
    </dgm:pt>
    <dgm:pt modelId="{CF87FB2D-6C5C-4EC9-A083-483C89CCF2E1}" type="sibTrans" cxnId="{9E064B53-862F-4B72-83AC-3B6A7475DA6A}">
      <dgm:prSet/>
      <dgm:spPr/>
      <dgm:t>
        <a:bodyPr/>
        <a:lstStyle/>
        <a:p>
          <a:endParaRPr lang="es-ES"/>
        </a:p>
      </dgm:t>
    </dgm:pt>
    <dgm:pt modelId="{54AC97FD-1DF6-48CE-951C-BA67C43D0055}">
      <dgm:prSet phldrT="[Texto]"/>
      <dgm:spPr/>
      <dgm:t>
        <a:bodyPr/>
        <a:lstStyle/>
        <a:p>
          <a:r>
            <a:rPr lang="es-ES_tradnl" dirty="0"/>
            <a:t>- Agentes físicos</a:t>
          </a:r>
        </a:p>
        <a:p>
          <a:r>
            <a:rPr lang="es-ES_tradnl" dirty="0"/>
            <a:t>- Agentes químicos</a:t>
          </a:r>
        </a:p>
        <a:p>
          <a:r>
            <a:rPr lang="es-ES_tradnl" dirty="0"/>
            <a:t>- Agentes biológicos</a:t>
          </a:r>
          <a:endParaRPr lang="es-ES" dirty="0"/>
        </a:p>
      </dgm:t>
    </dgm:pt>
    <dgm:pt modelId="{A4917251-8189-488C-AD3A-7864AAC62DC1}" type="parTrans" cxnId="{D0671CCA-8AC3-4A51-BB9C-176B0FB13E89}">
      <dgm:prSet/>
      <dgm:spPr/>
      <dgm:t>
        <a:bodyPr/>
        <a:lstStyle/>
        <a:p>
          <a:endParaRPr lang="es-ES"/>
        </a:p>
      </dgm:t>
    </dgm:pt>
    <dgm:pt modelId="{DC27CAF4-23C0-445B-A5F9-BDD0538A9A69}" type="sibTrans" cxnId="{D0671CCA-8AC3-4A51-BB9C-176B0FB13E89}">
      <dgm:prSet/>
      <dgm:spPr/>
      <dgm:t>
        <a:bodyPr/>
        <a:lstStyle/>
        <a:p>
          <a:endParaRPr lang="es-ES"/>
        </a:p>
      </dgm:t>
    </dgm:pt>
    <dgm:pt modelId="{4D412FCF-6969-43E6-B7D1-E0FEE40A58B6}">
      <dgm:prSet phldrT="[Texto]"/>
      <dgm:spPr/>
      <dgm:t>
        <a:bodyPr/>
        <a:lstStyle/>
        <a:p>
          <a:r>
            <a:rPr lang="es-ES_tradnl" b="1" i="1" dirty="0"/>
            <a:t>Enfermedades profesionales</a:t>
          </a:r>
          <a:endParaRPr lang="es-ES" b="1" i="1" dirty="0"/>
        </a:p>
      </dgm:t>
    </dgm:pt>
    <dgm:pt modelId="{1D1E8E2B-A5B2-44DF-AF86-AC7271E19E6D}" type="parTrans" cxnId="{C595DD59-C287-4BBE-8612-A8FF893B361F}">
      <dgm:prSet/>
      <dgm:spPr/>
      <dgm:t>
        <a:bodyPr/>
        <a:lstStyle/>
        <a:p>
          <a:endParaRPr lang="es-ES"/>
        </a:p>
      </dgm:t>
    </dgm:pt>
    <dgm:pt modelId="{44F1291E-1B61-4F57-8FDF-B63EFC3BB3FA}" type="sibTrans" cxnId="{C595DD59-C287-4BBE-8612-A8FF893B361F}">
      <dgm:prSet/>
      <dgm:spPr/>
      <dgm:t>
        <a:bodyPr/>
        <a:lstStyle/>
        <a:p>
          <a:endParaRPr lang="es-ES"/>
        </a:p>
      </dgm:t>
    </dgm:pt>
    <dgm:pt modelId="{C9BFBC37-FEDC-495E-B64B-A2C0CE0488CA}" type="pres">
      <dgm:prSet presAssocID="{BF7C7C77-1B0A-459C-B3CB-097A30967022}" presName="Name0" presStyleCnt="0">
        <dgm:presLayoutVars>
          <dgm:dir/>
          <dgm:resizeHandles val="exact"/>
        </dgm:presLayoutVars>
      </dgm:prSet>
      <dgm:spPr/>
    </dgm:pt>
    <dgm:pt modelId="{CFC3999F-0E18-4B02-971F-F823F16B6343}" type="pres">
      <dgm:prSet presAssocID="{EB73A7ED-0AE0-445E-924A-3F6FB1CDD08D}" presName="parTxOnly" presStyleLbl="node1" presStyleIdx="0" presStyleCnt="3">
        <dgm:presLayoutVars>
          <dgm:bulletEnabled val="1"/>
        </dgm:presLayoutVars>
      </dgm:prSet>
      <dgm:spPr/>
    </dgm:pt>
    <dgm:pt modelId="{FFF70B77-76BA-4C24-85B9-41F40FB352C7}" type="pres">
      <dgm:prSet presAssocID="{CF87FB2D-6C5C-4EC9-A083-483C89CCF2E1}" presName="parSpace" presStyleCnt="0"/>
      <dgm:spPr/>
    </dgm:pt>
    <dgm:pt modelId="{CEDA5FDE-9CA2-4A23-B6CD-20BF231D499C}" type="pres">
      <dgm:prSet presAssocID="{54AC97FD-1DF6-48CE-951C-BA67C43D0055}" presName="parTxOnly" presStyleLbl="node1" presStyleIdx="1" presStyleCnt="3">
        <dgm:presLayoutVars>
          <dgm:bulletEnabled val="1"/>
        </dgm:presLayoutVars>
      </dgm:prSet>
      <dgm:spPr/>
    </dgm:pt>
    <dgm:pt modelId="{28BC6D62-9F18-41A9-AB73-A7C8ED43D914}" type="pres">
      <dgm:prSet presAssocID="{DC27CAF4-23C0-445B-A5F9-BDD0538A9A69}" presName="parSpace" presStyleCnt="0"/>
      <dgm:spPr/>
    </dgm:pt>
    <dgm:pt modelId="{E006608F-CC64-425A-B669-037D767EC0EF}" type="pres">
      <dgm:prSet presAssocID="{4D412FCF-6969-43E6-B7D1-E0FEE40A58B6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9EEAD211-73E0-4093-9342-46690F3EB3B4}" type="presOf" srcId="{EB73A7ED-0AE0-445E-924A-3F6FB1CDD08D}" destId="{CFC3999F-0E18-4B02-971F-F823F16B6343}" srcOrd="0" destOrd="0" presId="urn:microsoft.com/office/officeart/2005/8/layout/hChevron3"/>
    <dgm:cxn modelId="{2E349552-D9A8-4A36-B00A-3EEBFF903628}" type="presOf" srcId="{54AC97FD-1DF6-48CE-951C-BA67C43D0055}" destId="{CEDA5FDE-9CA2-4A23-B6CD-20BF231D499C}" srcOrd="0" destOrd="0" presId="urn:microsoft.com/office/officeart/2005/8/layout/hChevron3"/>
    <dgm:cxn modelId="{9E064B53-862F-4B72-83AC-3B6A7475DA6A}" srcId="{BF7C7C77-1B0A-459C-B3CB-097A30967022}" destId="{EB73A7ED-0AE0-445E-924A-3F6FB1CDD08D}" srcOrd="0" destOrd="0" parTransId="{42C83026-7FFA-4BB1-B3A9-CAA2C13D8E1D}" sibTransId="{CF87FB2D-6C5C-4EC9-A083-483C89CCF2E1}"/>
    <dgm:cxn modelId="{C595DD59-C287-4BBE-8612-A8FF893B361F}" srcId="{BF7C7C77-1B0A-459C-B3CB-097A30967022}" destId="{4D412FCF-6969-43E6-B7D1-E0FEE40A58B6}" srcOrd="2" destOrd="0" parTransId="{1D1E8E2B-A5B2-44DF-AF86-AC7271E19E6D}" sibTransId="{44F1291E-1B61-4F57-8FDF-B63EFC3BB3FA}"/>
    <dgm:cxn modelId="{50D61299-AFEA-4513-82A3-1180966AE524}" type="presOf" srcId="{BF7C7C77-1B0A-459C-B3CB-097A30967022}" destId="{C9BFBC37-FEDC-495E-B64B-A2C0CE0488CA}" srcOrd="0" destOrd="0" presId="urn:microsoft.com/office/officeart/2005/8/layout/hChevron3"/>
    <dgm:cxn modelId="{D0671CCA-8AC3-4A51-BB9C-176B0FB13E89}" srcId="{BF7C7C77-1B0A-459C-B3CB-097A30967022}" destId="{54AC97FD-1DF6-48CE-951C-BA67C43D0055}" srcOrd="1" destOrd="0" parTransId="{A4917251-8189-488C-AD3A-7864AAC62DC1}" sibTransId="{DC27CAF4-23C0-445B-A5F9-BDD0538A9A69}"/>
    <dgm:cxn modelId="{2A4E26F3-C02F-4FE4-8700-C602947DF2BB}" type="presOf" srcId="{4D412FCF-6969-43E6-B7D1-E0FEE40A58B6}" destId="{E006608F-CC64-425A-B669-037D767EC0EF}" srcOrd="0" destOrd="0" presId="urn:microsoft.com/office/officeart/2005/8/layout/hChevron3"/>
    <dgm:cxn modelId="{1721E5AD-8484-4EE3-BDCD-9E6BD67CF54A}" type="presParOf" srcId="{C9BFBC37-FEDC-495E-B64B-A2C0CE0488CA}" destId="{CFC3999F-0E18-4B02-971F-F823F16B6343}" srcOrd="0" destOrd="0" presId="urn:microsoft.com/office/officeart/2005/8/layout/hChevron3"/>
    <dgm:cxn modelId="{74D48494-67BF-40E3-87DD-B6D3CC78C18F}" type="presParOf" srcId="{C9BFBC37-FEDC-495E-B64B-A2C0CE0488CA}" destId="{FFF70B77-76BA-4C24-85B9-41F40FB352C7}" srcOrd="1" destOrd="0" presId="urn:microsoft.com/office/officeart/2005/8/layout/hChevron3"/>
    <dgm:cxn modelId="{01422708-93AC-4E3B-921C-8502ADD5DDE6}" type="presParOf" srcId="{C9BFBC37-FEDC-495E-B64B-A2C0CE0488CA}" destId="{CEDA5FDE-9CA2-4A23-B6CD-20BF231D499C}" srcOrd="2" destOrd="0" presId="urn:microsoft.com/office/officeart/2005/8/layout/hChevron3"/>
    <dgm:cxn modelId="{8AD72155-67B1-433A-92E2-5CDCAAA361EB}" type="presParOf" srcId="{C9BFBC37-FEDC-495E-B64B-A2C0CE0488CA}" destId="{28BC6D62-9F18-41A9-AB73-A7C8ED43D914}" srcOrd="3" destOrd="0" presId="urn:microsoft.com/office/officeart/2005/8/layout/hChevron3"/>
    <dgm:cxn modelId="{90B0564D-22A5-4B98-A7E8-13A248E453BB}" type="presParOf" srcId="{C9BFBC37-FEDC-495E-B64B-A2C0CE0488CA}" destId="{E006608F-CC64-425A-B669-037D767EC0EF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7C7C77-1B0A-459C-B3CB-097A30967022}" type="doc">
      <dgm:prSet loTypeId="urn:microsoft.com/office/officeart/2005/8/layout/hChevron3" loCatId="process" qsTypeId="urn:microsoft.com/office/officeart/2005/8/quickstyle/simple2" qsCatId="simple" csTypeId="urn:microsoft.com/office/officeart/2005/8/colors/colorful4" csCatId="colorful" phldr="1"/>
      <dgm:spPr/>
      <dgm:t>
        <a:bodyPr/>
        <a:lstStyle/>
        <a:p>
          <a:endParaRPr lang="es-ES"/>
        </a:p>
      </dgm:t>
    </dgm:pt>
    <dgm:pt modelId="{EB73A7ED-0AE0-445E-924A-3F6FB1CDD08D}">
      <dgm:prSet phldrT="[Texto]" custT="1"/>
      <dgm:spPr/>
      <dgm:t>
        <a:bodyPr/>
        <a:lstStyle/>
        <a:p>
          <a:r>
            <a:rPr lang="es-ES_tradnl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Condiciones ergonómicas</a:t>
          </a:r>
          <a:endParaRPr lang="es-ES" sz="18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2C83026-7FFA-4BB1-B3A9-CAA2C13D8E1D}" type="parTrans" cxnId="{9E064B53-862F-4B72-83AC-3B6A7475DA6A}">
      <dgm:prSet/>
      <dgm:spPr/>
      <dgm:t>
        <a:bodyPr/>
        <a:lstStyle/>
        <a:p>
          <a:endParaRPr lang="es-ES" sz="1800"/>
        </a:p>
      </dgm:t>
    </dgm:pt>
    <dgm:pt modelId="{CF87FB2D-6C5C-4EC9-A083-483C89CCF2E1}" type="sibTrans" cxnId="{9E064B53-862F-4B72-83AC-3B6A7475DA6A}">
      <dgm:prSet/>
      <dgm:spPr/>
      <dgm:t>
        <a:bodyPr/>
        <a:lstStyle/>
        <a:p>
          <a:endParaRPr lang="es-ES" sz="1800"/>
        </a:p>
      </dgm:t>
    </dgm:pt>
    <dgm:pt modelId="{54AC97FD-1DF6-48CE-951C-BA67C43D0055}">
      <dgm:prSet phldrT="[Texto]" custT="1"/>
      <dgm:spPr/>
      <dgm:t>
        <a:bodyPr/>
        <a:lstStyle/>
        <a:p>
          <a:r>
            <a:rPr lang="es-ES_tradnl" sz="1800" dirty="0"/>
            <a:t>- Carga física</a:t>
          </a:r>
        </a:p>
        <a:p>
          <a:r>
            <a:rPr lang="es-ES_tradnl" sz="1800" dirty="0"/>
            <a:t>- Carga mental</a:t>
          </a:r>
          <a:endParaRPr lang="es-ES" sz="1800" dirty="0"/>
        </a:p>
      </dgm:t>
    </dgm:pt>
    <dgm:pt modelId="{A4917251-8189-488C-AD3A-7864AAC62DC1}" type="parTrans" cxnId="{D0671CCA-8AC3-4A51-BB9C-176B0FB13E89}">
      <dgm:prSet/>
      <dgm:spPr/>
      <dgm:t>
        <a:bodyPr/>
        <a:lstStyle/>
        <a:p>
          <a:endParaRPr lang="es-ES" sz="1800"/>
        </a:p>
      </dgm:t>
    </dgm:pt>
    <dgm:pt modelId="{DC27CAF4-23C0-445B-A5F9-BDD0538A9A69}" type="sibTrans" cxnId="{D0671CCA-8AC3-4A51-BB9C-176B0FB13E89}">
      <dgm:prSet/>
      <dgm:spPr/>
      <dgm:t>
        <a:bodyPr/>
        <a:lstStyle/>
        <a:p>
          <a:endParaRPr lang="es-ES" sz="1800"/>
        </a:p>
      </dgm:t>
    </dgm:pt>
    <dgm:pt modelId="{4D412FCF-6969-43E6-B7D1-E0FEE40A58B6}">
      <dgm:prSet phldrT="[Texto]" custT="1"/>
      <dgm:spPr/>
      <dgm:t>
        <a:bodyPr/>
        <a:lstStyle/>
        <a:p>
          <a:r>
            <a:rPr lang="es-ES_tradnl" sz="1800" b="1" i="1" dirty="0"/>
            <a:t>Fatiga física</a:t>
          </a:r>
        </a:p>
        <a:p>
          <a:r>
            <a:rPr lang="es-ES_tradnl" sz="1800" b="1" i="1" dirty="0"/>
            <a:t>Fatiga mental</a:t>
          </a:r>
          <a:endParaRPr lang="es-ES" sz="1800" b="1" i="1" dirty="0"/>
        </a:p>
      </dgm:t>
    </dgm:pt>
    <dgm:pt modelId="{1D1E8E2B-A5B2-44DF-AF86-AC7271E19E6D}" type="parTrans" cxnId="{C595DD59-C287-4BBE-8612-A8FF893B361F}">
      <dgm:prSet/>
      <dgm:spPr/>
      <dgm:t>
        <a:bodyPr/>
        <a:lstStyle/>
        <a:p>
          <a:endParaRPr lang="es-ES" sz="1800"/>
        </a:p>
      </dgm:t>
    </dgm:pt>
    <dgm:pt modelId="{44F1291E-1B61-4F57-8FDF-B63EFC3BB3FA}" type="sibTrans" cxnId="{C595DD59-C287-4BBE-8612-A8FF893B361F}">
      <dgm:prSet/>
      <dgm:spPr/>
      <dgm:t>
        <a:bodyPr/>
        <a:lstStyle/>
        <a:p>
          <a:endParaRPr lang="es-ES" sz="1800"/>
        </a:p>
      </dgm:t>
    </dgm:pt>
    <dgm:pt modelId="{C9BFBC37-FEDC-495E-B64B-A2C0CE0488CA}" type="pres">
      <dgm:prSet presAssocID="{BF7C7C77-1B0A-459C-B3CB-097A30967022}" presName="Name0" presStyleCnt="0">
        <dgm:presLayoutVars>
          <dgm:dir/>
          <dgm:resizeHandles val="exact"/>
        </dgm:presLayoutVars>
      </dgm:prSet>
      <dgm:spPr/>
    </dgm:pt>
    <dgm:pt modelId="{CFC3999F-0E18-4B02-971F-F823F16B6343}" type="pres">
      <dgm:prSet presAssocID="{EB73A7ED-0AE0-445E-924A-3F6FB1CDD08D}" presName="parTxOnly" presStyleLbl="node1" presStyleIdx="0" presStyleCnt="3">
        <dgm:presLayoutVars>
          <dgm:bulletEnabled val="1"/>
        </dgm:presLayoutVars>
      </dgm:prSet>
      <dgm:spPr/>
    </dgm:pt>
    <dgm:pt modelId="{FFF70B77-76BA-4C24-85B9-41F40FB352C7}" type="pres">
      <dgm:prSet presAssocID="{CF87FB2D-6C5C-4EC9-A083-483C89CCF2E1}" presName="parSpace" presStyleCnt="0"/>
      <dgm:spPr/>
    </dgm:pt>
    <dgm:pt modelId="{CEDA5FDE-9CA2-4A23-B6CD-20BF231D499C}" type="pres">
      <dgm:prSet presAssocID="{54AC97FD-1DF6-48CE-951C-BA67C43D0055}" presName="parTxOnly" presStyleLbl="node1" presStyleIdx="1" presStyleCnt="3">
        <dgm:presLayoutVars>
          <dgm:bulletEnabled val="1"/>
        </dgm:presLayoutVars>
      </dgm:prSet>
      <dgm:spPr/>
    </dgm:pt>
    <dgm:pt modelId="{28BC6D62-9F18-41A9-AB73-A7C8ED43D914}" type="pres">
      <dgm:prSet presAssocID="{DC27CAF4-23C0-445B-A5F9-BDD0538A9A69}" presName="parSpace" presStyleCnt="0"/>
      <dgm:spPr/>
    </dgm:pt>
    <dgm:pt modelId="{E006608F-CC64-425A-B669-037D767EC0EF}" type="pres">
      <dgm:prSet presAssocID="{4D412FCF-6969-43E6-B7D1-E0FEE40A58B6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182FA407-51FA-475A-A523-EACD0F9699FB}" type="presOf" srcId="{EB73A7ED-0AE0-445E-924A-3F6FB1CDD08D}" destId="{CFC3999F-0E18-4B02-971F-F823F16B6343}" srcOrd="0" destOrd="0" presId="urn:microsoft.com/office/officeart/2005/8/layout/hChevron3"/>
    <dgm:cxn modelId="{B6BD3937-0AA5-4F9F-8479-66C2857B8F89}" type="presOf" srcId="{BF7C7C77-1B0A-459C-B3CB-097A30967022}" destId="{C9BFBC37-FEDC-495E-B64B-A2C0CE0488CA}" srcOrd="0" destOrd="0" presId="urn:microsoft.com/office/officeart/2005/8/layout/hChevron3"/>
    <dgm:cxn modelId="{3BB65F38-9E57-41B1-91ED-B3E6CD491E21}" type="presOf" srcId="{54AC97FD-1DF6-48CE-951C-BA67C43D0055}" destId="{CEDA5FDE-9CA2-4A23-B6CD-20BF231D499C}" srcOrd="0" destOrd="0" presId="urn:microsoft.com/office/officeart/2005/8/layout/hChevron3"/>
    <dgm:cxn modelId="{9A64DB6C-58EC-4D93-ACDE-1BE020A66B3F}" type="presOf" srcId="{4D412FCF-6969-43E6-B7D1-E0FEE40A58B6}" destId="{E006608F-CC64-425A-B669-037D767EC0EF}" srcOrd="0" destOrd="0" presId="urn:microsoft.com/office/officeart/2005/8/layout/hChevron3"/>
    <dgm:cxn modelId="{9E064B53-862F-4B72-83AC-3B6A7475DA6A}" srcId="{BF7C7C77-1B0A-459C-B3CB-097A30967022}" destId="{EB73A7ED-0AE0-445E-924A-3F6FB1CDD08D}" srcOrd="0" destOrd="0" parTransId="{42C83026-7FFA-4BB1-B3A9-CAA2C13D8E1D}" sibTransId="{CF87FB2D-6C5C-4EC9-A083-483C89CCF2E1}"/>
    <dgm:cxn modelId="{C595DD59-C287-4BBE-8612-A8FF893B361F}" srcId="{BF7C7C77-1B0A-459C-B3CB-097A30967022}" destId="{4D412FCF-6969-43E6-B7D1-E0FEE40A58B6}" srcOrd="2" destOrd="0" parTransId="{1D1E8E2B-A5B2-44DF-AF86-AC7271E19E6D}" sibTransId="{44F1291E-1B61-4F57-8FDF-B63EFC3BB3FA}"/>
    <dgm:cxn modelId="{D0671CCA-8AC3-4A51-BB9C-176B0FB13E89}" srcId="{BF7C7C77-1B0A-459C-B3CB-097A30967022}" destId="{54AC97FD-1DF6-48CE-951C-BA67C43D0055}" srcOrd="1" destOrd="0" parTransId="{A4917251-8189-488C-AD3A-7864AAC62DC1}" sibTransId="{DC27CAF4-23C0-445B-A5F9-BDD0538A9A69}"/>
    <dgm:cxn modelId="{06A0694E-D417-476A-84AD-833F39F0348A}" type="presParOf" srcId="{C9BFBC37-FEDC-495E-B64B-A2C0CE0488CA}" destId="{CFC3999F-0E18-4B02-971F-F823F16B6343}" srcOrd="0" destOrd="0" presId="urn:microsoft.com/office/officeart/2005/8/layout/hChevron3"/>
    <dgm:cxn modelId="{FCDDFD1F-3E26-4D38-823A-2E5F303C8A36}" type="presParOf" srcId="{C9BFBC37-FEDC-495E-B64B-A2C0CE0488CA}" destId="{FFF70B77-76BA-4C24-85B9-41F40FB352C7}" srcOrd="1" destOrd="0" presId="urn:microsoft.com/office/officeart/2005/8/layout/hChevron3"/>
    <dgm:cxn modelId="{A59EB131-914A-44B4-BC32-0FCBC1A6D26C}" type="presParOf" srcId="{C9BFBC37-FEDC-495E-B64B-A2C0CE0488CA}" destId="{CEDA5FDE-9CA2-4A23-B6CD-20BF231D499C}" srcOrd="2" destOrd="0" presId="urn:microsoft.com/office/officeart/2005/8/layout/hChevron3"/>
    <dgm:cxn modelId="{BDF5FC22-2FE7-4CFC-9EA0-E17CBC7E7BF7}" type="presParOf" srcId="{C9BFBC37-FEDC-495E-B64B-A2C0CE0488CA}" destId="{28BC6D62-9F18-41A9-AB73-A7C8ED43D914}" srcOrd="3" destOrd="0" presId="urn:microsoft.com/office/officeart/2005/8/layout/hChevron3"/>
    <dgm:cxn modelId="{100478F3-D355-4960-9B53-0FCC082755AD}" type="presParOf" srcId="{C9BFBC37-FEDC-495E-B64B-A2C0CE0488CA}" destId="{E006608F-CC64-425A-B669-037D767EC0EF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F7C7C77-1B0A-459C-B3CB-097A30967022}" type="doc">
      <dgm:prSet loTypeId="urn:microsoft.com/office/officeart/2005/8/layout/hChevron3" loCatId="process" qsTypeId="urn:microsoft.com/office/officeart/2005/8/quickstyle/simple2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EB73A7ED-0AE0-445E-924A-3F6FB1CDD08D}">
      <dgm:prSet phldrT="[Texto]"/>
      <dgm:spPr/>
      <dgm:t>
        <a:bodyPr/>
        <a:lstStyle/>
        <a:p>
          <a:r>
            <a:rPr lang="es-ES_tradnl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Condiciones psicosociales</a:t>
          </a:r>
          <a:endParaRPr lang="es-E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2C83026-7FFA-4BB1-B3A9-CAA2C13D8E1D}" type="parTrans" cxnId="{9E064B53-862F-4B72-83AC-3B6A7475DA6A}">
      <dgm:prSet/>
      <dgm:spPr/>
      <dgm:t>
        <a:bodyPr/>
        <a:lstStyle/>
        <a:p>
          <a:endParaRPr lang="es-ES"/>
        </a:p>
      </dgm:t>
    </dgm:pt>
    <dgm:pt modelId="{CF87FB2D-6C5C-4EC9-A083-483C89CCF2E1}" type="sibTrans" cxnId="{9E064B53-862F-4B72-83AC-3B6A7475DA6A}">
      <dgm:prSet/>
      <dgm:spPr/>
      <dgm:t>
        <a:bodyPr/>
        <a:lstStyle/>
        <a:p>
          <a:endParaRPr lang="es-ES"/>
        </a:p>
      </dgm:t>
    </dgm:pt>
    <dgm:pt modelId="{54AC97FD-1DF6-48CE-951C-BA67C43D0055}">
      <dgm:prSet phldrT="[Texto]"/>
      <dgm:spPr/>
      <dgm:t>
        <a:bodyPr/>
        <a:lstStyle/>
        <a:p>
          <a:r>
            <a:rPr lang="es-ES_tradnl" dirty="0"/>
            <a:t>- Organización del trabajo</a:t>
          </a:r>
        </a:p>
        <a:p>
          <a:r>
            <a:rPr lang="es-ES_tradnl" dirty="0"/>
            <a:t>- Características personales</a:t>
          </a:r>
          <a:endParaRPr lang="es-ES" dirty="0"/>
        </a:p>
      </dgm:t>
    </dgm:pt>
    <dgm:pt modelId="{A4917251-8189-488C-AD3A-7864AAC62DC1}" type="parTrans" cxnId="{D0671CCA-8AC3-4A51-BB9C-176B0FB13E89}">
      <dgm:prSet/>
      <dgm:spPr/>
      <dgm:t>
        <a:bodyPr/>
        <a:lstStyle/>
        <a:p>
          <a:endParaRPr lang="es-ES"/>
        </a:p>
      </dgm:t>
    </dgm:pt>
    <dgm:pt modelId="{DC27CAF4-23C0-445B-A5F9-BDD0538A9A69}" type="sibTrans" cxnId="{D0671CCA-8AC3-4A51-BB9C-176B0FB13E89}">
      <dgm:prSet/>
      <dgm:spPr/>
      <dgm:t>
        <a:bodyPr/>
        <a:lstStyle/>
        <a:p>
          <a:endParaRPr lang="es-ES"/>
        </a:p>
      </dgm:t>
    </dgm:pt>
    <dgm:pt modelId="{4D412FCF-6969-43E6-B7D1-E0FEE40A58B6}">
      <dgm:prSet phldrT="[Texto]"/>
      <dgm:spPr/>
      <dgm:t>
        <a:bodyPr/>
        <a:lstStyle/>
        <a:p>
          <a:r>
            <a:rPr lang="es-ES_tradnl" b="1" i="1" dirty="0"/>
            <a:t>Insatisfacción laboral</a:t>
          </a:r>
        </a:p>
        <a:p>
          <a:r>
            <a:rPr lang="es-ES_tradnl" b="1" i="1" dirty="0"/>
            <a:t>Estrés</a:t>
          </a:r>
        </a:p>
        <a:p>
          <a:r>
            <a:rPr lang="es-ES_tradnl" b="1" i="1" dirty="0" err="1"/>
            <a:t>Mobbing</a:t>
          </a:r>
          <a:endParaRPr lang="es-ES_tradnl" b="1" i="1" dirty="0"/>
        </a:p>
        <a:p>
          <a:r>
            <a:rPr lang="es-ES_tradnl" b="1" i="1" dirty="0" err="1"/>
            <a:t>Burnout</a:t>
          </a:r>
          <a:endParaRPr lang="es-ES" b="1" i="1" dirty="0"/>
        </a:p>
      </dgm:t>
    </dgm:pt>
    <dgm:pt modelId="{1D1E8E2B-A5B2-44DF-AF86-AC7271E19E6D}" type="parTrans" cxnId="{C595DD59-C287-4BBE-8612-A8FF893B361F}">
      <dgm:prSet/>
      <dgm:spPr/>
      <dgm:t>
        <a:bodyPr/>
        <a:lstStyle/>
        <a:p>
          <a:endParaRPr lang="es-ES"/>
        </a:p>
      </dgm:t>
    </dgm:pt>
    <dgm:pt modelId="{44F1291E-1B61-4F57-8FDF-B63EFC3BB3FA}" type="sibTrans" cxnId="{C595DD59-C287-4BBE-8612-A8FF893B361F}">
      <dgm:prSet/>
      <dgm:spPr/>
      <dgm:t>
        <a:bodyPr/>
        <a:lstStyle/>
        <a:p>
          <a:endParaRPr lang="es-ES"/>
        </a:p>
      </dgm:t>
    </dgm:pt>
    <dgm:pt modelId="{C9BFBC37-FEDC-495E-B64B-A2C0CE0488CA}" type="pres">
      <dgm:prSet presAssocID="{BF7C7C77-1B0A-459C-B3CB-097A30967022}" presName="Name0" presStyleCnt="0">
        <dgm:presLayoutVars>
          <dgm:dir/>
          <dgm:resizeHandles val="exact"/>
        </dgm:presLayoutVars>
      </dgm:prSet>
      <dgm:spPr/>
    </dgm:pt>
    <dgm:pt modelId="{CFC3999F-0E18-4B02-971F-F823F16B6343}" type="pres">
      <dgm:prSet presAssocID="{EB73A7ED-0AE0-445E-924A-3F6FB1CDD08D}" presName="parTxOnly" presStyleLbl="node1" presStyleIdx="0" presStyleCnt="3">
        <dgm:presLayoutVars>
          <dgm:bulletEnabled val="1"/>
        </dgm:presLayoutVars>
      </dgm:prSet>
      <dgm:spPr/>
    </dgm:pt>
    <dgm:pt modelId="{FFF70B77-76BA-4C24-85B9-41F40FB352C7}" type="pres">
      <dgm:prSet presAssocID="{CF87FB2D-6C5C-4EC9-A083-483C89CCF2E1}" presName="parSpace" presStyleCnt="0"/>
      <dgm:spPr/>
    </dgm:pt>
    <dgm:pt modelId="{CEDA5FDE-9CA2-4A23-B6CD-20BF231D499C}" type="pres">
      <dgm:prSet presAssocID="{54AC97FD-1DF6-48CE-951C-BA67C43D0055}" presName="parTxOnly" presStyleLbl="node1" presStyleIdx="1" presStyleCnt="3">
        <dgm:presLayoutVars>
          <dgm:bulletEnabled val="1"/>
        </dgm:presLayoutVars>
      </dgm:prSet>
      <dgm:spPr/>
    </dgm:pt>
    <dgm:pt modelId="{28BC6D62-9F18-41A9-AB73-A7C8ED43D914}" type="pres">
      <dgm:prSet presAssocID="{DC27CAF4-23C0-445B-A5F9-BDD0538A9A69}" presName="parSpace" presStyleCnt="0"/>
      <dgm:spPr/>
    </dgm:pt>
    <dgm:pt modelId="{E006608F-CC64-425A-B669-037D767EC0EF}" type="pres">
      <dgm:prSet presAssocID="{4D412FCF-6969-43E6-B7D1-E0FEE40A58B6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9E064B53-862F-4B72-83AC-3B6A7475DA6A}" srcId="{BF7C7C77-1B0A-459C-B3CB-097A30967022}" destId="{EB73A7ED-0AE0-445E-924A-3F6FB1CDD08D}" srcOrd="0" destOrd="0" parTransId="{42C83026-7FFA-4BB1-B3A9-CAA2C13D8E1D}" sibTransId="{CF87FB2D-6C5C-4EC9-A083-483C89CCF2E1}"/>
    <dgm:cxn modelId="{92E2B256-39C3-4C50-868A-E685F5B9657B}" type="presOf" srcId="{BF7C7C77-1B0A-459C-B3CB-097A30967022}" destId="{C9BFBC37-FEDC-495E-B64B-A2C0CE0488CA}" srcOrd="0" destOrd="0" presId="urn:microsoft.com/office/officeart/2005/8/layout/hChevron3"/>
    <dgm:cxn modelId="{2D6B2E58-6141-452B-9F09-1366F686A22F}" type="presOf" srcId="{54AC97FD-1DF6-48CE-951C-BA67C43D0055}" destId="{CEDA5FDE-9CA2-4A23-B6CD-20BF231D499C}" srcOrd="0" destOrd="0" presId="urn:microsoft.com/office/officeart/2005/8/layout/hChevron3"/>
    <dgm:cxn modelId="{3FE73378-593E-425D-965B-EC0B0614B539}" type="presOf" srcId="{4D412FCF-6969-43E6-B7D1-E0FEE40A58B6}" destId="{E006608F-CC64-425A-B669-037D767EC0EF}" srcOrd="0" destOrd="0" presId="urn:microsoft.com/office/officeart/2005/8/layout/hChevron3"/>
    <dgm:cxn modelId="{05CC9978-5366-461D-893C-B7667E52D60A}" type="presOf" srcId="{EB73A7ED-0AE0-445E-924A-3F6FB1CDD08D}" destId="{CFC3999F-0E18-4B02-971F-F823F16B6343}" srcOrd="0" destOrd="0" presId="urn:microsoft.com/office/officeart/2005/8/layout/hChevron3"/>
    <dgm:cxn modelId="{C595DD59-C287-4BBE-8612-A8FF893B361F}" srcId="{BF7C7C77-1B0A-459C-B3CB-097A30967022}" destId="{4D412FCF-6969-43E6-B7D1-E0FEE40A58B6}" srcOrd="2" destOrd="0" parTransId="{1D1E8E2B-A5B2-44DF-AF86-AC7271E19E6D}" sibTransId="{44F1291E-1B61-4F57-8FDF-B63EFC3BB3FA}"/>
    <dgm:cxn modelId="{D0671CCA-8AC3-4A51-BB9C-176B0FB13E89}" srcId="{BF7C7C77-1B0A-459C-B3CB-097A30967022}" destId="{54AC97FD-1DF6-48CE-951C-BA67C43D0055}" srcOrd="1" destOrd="0" parTransId="{A4917251-8189-488C-AD3A-7864AAC62DC1}" sibTransId="{DC27CAF4-23C0-445B-A5F9-BDD0538A9A69}"/>
    <dgm:cxn modelId="{A70804D1-3699-4EEE-9F7C-9316A9244A66}" type="presParOf" srcId="{C9BFBC37-FEDC-495E-B64B-A2C0CE0488CA}" destId="{CFC3999F-0E18-4B02-971F-F823F16B6343}" srcOrd="0" destOrd="0" presId="urn:microsoft.com/office/officeart/2005/8/layout/hChevron3"/>
    <dgm:cxn modelId="{20DA3729-F948-4A1C-ABAE-81B53F1A94F1}" type="presParOf" srcId="{C9BFBC37-FEDC-495E-B64B-A2C0CE0488CA}" destId="{FFF70B77-76BA-4C24-85B9-41F40FB352C7}" srcOrd="1" destOrd="0" presId="urn:microsoft.com/office/officeart/2005/8/layout/hChevron3"/>
    <dgm:cxn modelId="{92E0AF44-DDFF-41D6-B483-82087060453E}" type="presParOf" srcId="{C9BFBC37-FEDC-495E-B64B-A2C0CE0488CA}" destId="{CEDA5FDE-9CA2-4A23-B6CD-20BF231D499C}" srcOrd="2" destOrd="0" presId="urn:microsoft.com/office/officeart/2005/8/layout/hChevron3"/>
    <dgm:cxn modelId="{097310B7-520A-4DAE-BBEB-35EB31ACD009}" type="presParOf" srcId="{C9BFBC37-FEDC-495E-B64B-A2C0CE0488CA}" destId="{28BC6D62-9F18-41A9-AB73-A7C8ED43D914}" srcOrd="3" destOrd="0" presId="urn:microsoft.com/office/officeart/2005/8/layout/hChevron3"/>
    <dgm:cxn modelId="{DB152024-B861-4111-A1E9-6C7265012D13}" type="presParOf" srcId="{C9BFBC37-FEDC-495E-B64B-A2C0CE0488CA}" destId="{E006608F-CC64-425A-B669-037D767EC0EF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23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5A75FE9-7939-4605-A844-E71AF6EDD1BD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ES"/>
        </a:p>
      </dgm:t>
    </dgm:pt>
    <dgm:pt modelId="{4267476D-AAAD-4611-ACC3-1FFBD70FA55F}">
      <dgm:prSet phldrT="[Texto]"/>
      <dgm:spPr/>
      <dgm:t>
        <a:bodyPr/>
        <a:lstStyle/>
        <a:p>
          <a:r>
            <a:rPr lang="es-ES_tradnl" b="1" dirty="0"/>
            <a:t>Riesgos derivados de las condiciones de seguridad</a:t>
          </a:r>
          <a:endParaRPr lang="es-ES" b="1" dirty="0"/>
        </a:p>
      </dgm:t>
    </dgm:pt>
    <dgm:pt modelId="{2D146929-AC74-49CC-B4E9-DB5B1FCD729D}" type="parTrans" cxnId="{3A0C0529-D598-4084-9E37-CD32435A9199}">
      <dgm:prSet/>
      <dgm:spPr/>
      <dgm:t>
        <a:bodyPr/>
        <a:lstStyle/>
        <a:p>
          <a:endParaRPr lang="es-ES" b="1"/>
        </a:p>
      </dgm:t>
    </dgm:pt>
    <dgm:pt modelId="{052220F8-E0E6-4620-8FF1-C437334E1DB0}" type="sibTrans" cxnId="{3A0C0529-D598-4084-9E37-CD32435A9199}">
      <dgm:prSet/>
      <dgm:spPr/>
      <dgm:t>
        <a:bodyPr/>
        <a:lstStyle/>
        <a:p>
          <a:endParaRPr lang="es-ES" b="1"/>
        </a:p>
      </dgm:t>
    </dgm:pt>
    <dgm:pt modelId="{08AB93EE-010C-43C5-8F55-E32C3BAD0F43}">
      <dgm:prSet phldrT="[Texto]"/>
      <dgm:spPr/>
      <dgm:t>
        <a:bodyPr/>
        <a:lstStyle/>
        <a:p>
          <a:r>
            <a:rPr lang="es-ES_tradnl" b="1" dirty="0"/>
            <a:t>Lugares de trabajo</a:t>
          </a:r>
        </a:p>
        <a:p>
          <a:r>
            <a:rPr lang="es-ES" b="1" i="1" dirty="0"/>
            <a:t>RD 486/1997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6AB69E9A-DE40-4EC0-9DDA-C46B3429F7C2}" type="parTrans" cxnId="{088CE2F4-A879-4554-B04B-B6A7060CF4E2}">
      <dgm:prSet/>
      <dgm:spPr/>
      <dgm:t>
        <a:bodyPr/>
        <a:lstStyle/>
        <a:p>
          <a:endParaRPr lang="es-ES" b="1"/>
        </a:p>
      </dgm:t>
    </dgm:pt>
    <dgm:pt modelId="{7DE21B7E-A020-44AC-961F-9C689720ED8D}" type="sibTrans" cxnId="{088CE2F4-A879-4554-B04B-B6A7060CF4E2}">
      <dgm:prSet/>
      <dgm:spPr/>
      <dgm:t>
        <a:bodyPr/>
        <a:lstStyle/>
        <a:p>
          <a:endParaRPr lang="es-ES" b="1"/>
        </a:p>
      </dgm:t>
    </dgm:pt>
    <dgm:pt modelId="{BB338678-4414-426F-A6E1-E89271F04D08}">
      <dgm:prSet phldrT="[Texto]"/>
      <dgm:spPr/>
      <dgm:t>
        <a:bodyPr/>
        <a:lstStyle/>
        <a:p>
          <a:r>
            <a:rPr lang="es-ES_tradnl" b="1" dirty="0"/>
            <a:t>Máquinas y herramientas</a:t>
          </a:r>
        </a:p>
        <a:p>
          <a:r>
            <a:rPr lang="es-ES" b="1" i="1" dirty="0"/>
            <a:t>RD 1215/1997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36B09AE3-8F9E-4687-86E5-FEB03AD871E6}" type="parTrans" cxnId="{AE5DAB80-D202-4C67-AC56-B592B043E153}">
      <dgm:prSet/>
      <dgm:spPr/>
      <dgm:t>
        <a:bodyPr/>
        <a:lstStyle/>
        <a:p>
          <a:endParaRPr lang="es-ES" b="1"/>
        </a:p>
      </dgm:t>
    </dgm:pt>
    <dgm:pt modelId="{5F41661B-BC46-4C13-8891-0E5C42F6748D}" type="sibTrans" cxnId="{AE5DAB80-D202-4C67-AC56-B592B043E153}">
      <dgm:prSet/>
      <dgm:spPr/>
      <dgm:t>
        <a:bodyPr/>
        <a:lstStyle/>
        <a:p>
          <a:endParaRPr lang="es-ES" b="1"/>
        </a:p>
      </dgm:t>
    </dgm:pt>
    <dgm:pt modelId="{7D31B377-2CA2-4331-B3F9-A3B323A5ED1B}">
      <dgm:prSet phldrT="[Texto]"/>
      <dgm:spPr/>
      <dgm:t>
        <a:bodyPr/>
        <a:lstStyle/>
        <a:p>
          <a:r>
            <a:rPr lang="es-ES_tradnl" b="1" dirty="0"/>
            <a:t>Riesgo eléctrico</a:t>
          </a:r>
        </a:p>
        <a:p>
          <a:r>
            <a:rPr lang="es-ES_tradnl" b="1" i="1" dirty="0"/>
            <a:t>RD 614/2001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995E24E5-63B9-4B74-97FB-D5045290825E}" type="parTrans" cxnId="{D5B70F45-9F4C-476B-B7ED-69BF22B33EEB}">
      <dgm:prSet/>
      <dgm:spPr/>
      <dgm:t>
        <a:bodyPr/>
        <a:lstStyle/>
        <a:p>
          <a:endParaRPr lang="es-ES" b="1"/>
        </a:p>
      </dgm:t>
    </dgm:pt>
    <dgm:pt modelId="{FEB41B9D-A556-4EE8-BA83-BD7F556B708A}" type="sibTrans" cxnId="{D5B70F45-9F4C-476B-B7ED-69BF22B33EEB}">
      <dgm:prSet/>
      <dgm:spPr/>
      <dgm:t>
        <a:bodyPr/>
        <a:lstStyle/>
        <a:p>
          <a:endParaRPr lang="es-ES" b="1"/>
        </a:p>
      </dgm:t>
    </dgm:pt>
    <dgm:pt modelId="{37E0AE32-E1C2-46F6-AE33-6C06F48F8E6A}">
      <dgm:prSet phldrT="[Texto]"/>
      <dgm:spPr/>
      <dgm:t>
        <a:bodyPr/>
        <a:lstStyle/>
        <a:p>
          <a:r>
            <a:rPr lang="es-ES_tradnl" b="1" dirty="0"/>
            <a:t>Riesgo de incendio</a:t>
          </a:r>
        </a:p>
        <a:p>
          <a:r>
            <a:rPr lang="es-ES_tradnl" b="1" i="1" dirty="0"/>
            <a:t>RD 513/2017 Y RD 164/2025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4" action="ppaction://hlinksldjump"/>
          </dgm14:cNvPr>
        </a:ext>
      </dgm:extLst>
    </dgm:pt>
    <dgm:pt modelId="{E5883F77-1DF9-4A84-A2D3-AB6926A969D1}" type="parTrans" cxnId="{A3D8510A-2B62-49F6-B055-D6CA7DDAA7FB}">
      <dgm:prSet/>
      <dgm:spPr/>
      <dgm:t>
        <a:bodyPr/>
        <a:lstStyle/>
        <a:p>
          <a:endParaRPr lang="es-ES" b="1"/>
        </a:p>
      </dgm:t>
    </dgm:pt>
    <dgm:pt modelId="{123E81A5-5C39-4738-9AF8-24916DB83AC2}" type="sibTrans" cxnId="{A3D8510A-2B62-49F6-B055-D6CA7DDAA7FB}">
      <dgm:prSet/>
      <dgm:spPr/>
      <dgm:t>
        <a:bodyPr/>
        <a:lstStyle/>
        <a:p>
          <a:endParaRPr lang="es-ES" b="1"/>
        </a:p>
      </dgm:t>
    </dgm:pt>
    <dgm:pt modelId="{A5A96722-353C-4B41-B79F-A3BD5ABBD06F}" type="pres">
      <dgm:prSet presAssocID="{D5A75FE9-7939-4605-A844-E71AF6EDD1B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E59CC58-209F-4EA2-BCFA-5C5C48E8EB56}" type="pres">
      <dgm:prSet presAssocID="{4267476D-AAAD-4611-ACC3-1FFBD70FA55F}" presName="hierRoot1" presStyleCnt="0">
        <dgm:presLayoutVars>
          <dgm:hierBranch val="init"/>
        </dgm:presLayoutVars>
      </dgm:prSet>
      <dgm:spPr/>
    </dgm:pt>
    <dgm:pt modelId="{12C23ACA-46D5-4FEA-80BD-BBC63D776E2B}" type="pres">
      <dgm:prSet presAssocID="{4267476D-AAAD-4611-ACC3-1FFBD70FA55F}" presName="rootComposite1" presStyleCnt="0"/>
      <dgm:spPr/>
    </dgm:pt>
    <dgm:pt modelId="{88E9DA0D-8063-40DE-BB5E-6AC946BB37D4}" type="pres">
      <dgm:prSet presAssocID="{4267476D-AAAD-4611-ACC3-1FFBD70FA55F}" presName="rootText1" presStyleLbl="node0" presStyleIdx="0" presStyleCnt="1">
        <dgm:presLayoutVars>
          <dgm:chPref val="3"/>
        </dgm:presLayoutVars>
      </dgm:prSet>
      <dgm:spPr/>
    </dgm:pt>
    <dgm:pt modelId="{C5F47E93-178F-4130-8F34-C5B55B8A7A2A}" type="pres">
      <dgm:prSet presAssocID="{4267476D-AAAD-4611-ACC3-1FFBD70FA55F}" presName="rootConnector1" presStyleLbl="node1" presStyleIdx="0" presStyleCnt="0"/>
      <dgm:spPr/>
    </dgm:pt>
    <dgm:pt modelId="{9B801FA1-B834-40EA-88CA-472795472E0E}" type="pres">
      <dgm:prSet presAssocID="{4267476D-AAAD-4611-ACC3-1FFBD70FA55F}" presName="hierChild2" presStyleCnt="0"/>
      <dgm:spPr/>
    </dgm:pt>
    <dgm:pt modelId="{2C041D16-69F9-4893-B5E2-909757E1D972}" type="pres">
      <dgm:prSet presAssocID="{6AB69E9A-DE40-4EC0-9DDA-C46B3429F7C2}" presName="Name64" presStyleLbl="parChTrans1D2" presStyleIdx="0" presStyleCnt="4"/>
      <dgm:spPr/>
    </dgm:pt>
    <dgm:pt modelId="{BEB8CCDA-FB8B-4538-A5AE-2DD2C992E75D}" type="pres">
      <dgm:prSet presAssocID="{08AB93EE-010C-43C5-8F55-E32C3BAD0F43}" presName="hierRoot2" presStyleCnt="0">
        <dgm:presLayoutVars>
          <dgm:hierBranch val="init"/>
        </dgm:presLayoutVars>
      </dgm:prSet>
      <dgm:spPr/>
    </dgm:pt>
    <dgm:pt modelId="{DF80A15D-2042-4DE3-A5EB-E1B1638E04BD}" type="pres">
      <dgm:prSet presAssocID="{08AB93EE-010C-43C5-8F55-E32C3BAD0F43}" presName="rootComposite" presStyleCnt="0"/>
      <dgm:spPr/>
    </dgm:pt>
    <dgm:pt modelId="{45AD050E-A4A0-4132-BAB3-3F5DBF4F2885}" type="pres">
      <dgm:prSet presAssocID="{08AB93EE-010C-43C5-8F55-E32C3BAD0F43}" presName="rootText" presStyleLbl="node2" presStyleIdx="0" presStyleCnt="4">
        <dgm:presLayoutVars>
          <dgm:chPref val="3"/>
        </dgm:presLayoutVars>
      </dgm:prSet>
      <dgm:spPr/>
    </dgm:pt>
    <dgm:pt modelId="{4FA01B47-C410-4163-AC76-69C422E7E293}" type="pres">
      <dgm:prSet presAssocID="{08AB93EE-010C-43C5-8F55-E32C3BAD0F43}" presName="rootConnector" presStyleLbl="node2" presStyleIdx="0" presStyleCnt="4"/>
      <dgm:spPr/>
    </dgm:pt>
    <dgm:pt modelId="{423503DC-3277-40CF-B19D-01D67796A397}" type="pres">
      <dgm:prSet presAssocID="{08AB93EE-010C-43C5-8F55-E32C3BAD0F43}" presName="hierChild4" presStyleCnt="0"/>
      <dgm:spPr/>
    </dgm:pt>
    <dgm:pt modelId="{C590AFE1-D57D-40AB-95BF-37E0F0F41556}" type="pres">
      <dgm:prSet presAssocID="{08AB93EE-010C-43C5-8F55-E32C3BAD0F43}" presName="hierChild5" presStyleCnt="0"/>
      <dgm:spPr/>
    </dgm:pt>
    <dgm:pt modelId="{8210CFBB-1C67-47C1-9620-A4B45933B7CF}" type="pres">
      <dgm:prSet presAssocID="{36B09AE3-8F9E-4687-86E5-FEB03AD871E6}" presName="Name64" presStyleLbl="parChTrans1D2" presStyleIdx="1" presStyleCnt="4"/>
      <dgm:spPr/>
    </dgm:pt>
    <dgm:pt modelId="{5536E018-B260-4997-AB55-24E5A5A7CE26}" type="pres">
      <dgm:prSet presAssocID="{BB338678-4414-426F-A6E1-E89271F04D08}" presName="hierRoot2" presStyleCnt="0">
        <dgm:presLayoutVars>
          <dgm:hierBranch val="init"/>
        </dgm:presLayoutVars>
      </dgm:prSet>
      <dgm:spPr/>
    </dgm:pt>
    <dgm:pt modelId="{C8703212-D962-4795-BC39-91F30E844FD0}" type="pres">
      <dgm:prSet presAssocID="{BB338678-4414-426F-A6E1-E89271F04D08}" presName="rootComposite" presStyleCnt="0"/>
      <dgm:spPr/>
    </dgm:pt>
    <dgm:pt modelId="{F1DE9236-69C1-4BD0-A08D-51B2A22933D1}" type="pres">
      <dgm:prSet presAssocID="{BB338678-4414-426F-A6E1-E89271F04D08}" presName="rootText" presStyleLbl="node2" presStyleIdx="1" presStyleCnt="4">
        <dgm:presLayoutVars>
          <dgm:chPref val="3"/>
        </dgm:presLayoutVars>
      </dgm:prSet>
      <dgm:spPr/>
    </dgm:pt>
    <dgm:pt modelId="{132DB9D8-95B7-4C96-A3CE-A5951F77E4A6}" type="pres">
      <dgm:prSet presAssocID="{BB338678-4414-426F-A6E1-E89271F04D08}" presName="rootConnector" presStyleLbl="node2" presStyleIdx="1" presStyleCnt="4"/>
      <dgm:spPr/>
    </dgm:pt>
    <dgm:pt modelId="{8CB70CA3-EF1D-4021-9DE4-EAB93D15E4F5}" type="pres">
      <dgm:prSet presAssocID="{BB338678-4414-426F-A6E1-E89271F04D08}" presName="hierChild4" presStyleCnt="0"/>
      <dgm:spPr/>
    </dgm:pt>
    <dgm:pt modelId="{7408DB7B-51DB-491E-8939-2BF0F07CFFE2}" type="pres">
      <dgm:prSet presAssocID="{BB338678-4414-426F-A6E1-E89271F04D08}" presName="hierChild5" presStyleCnt="0"/>
      <dgm:spPr/>
    </dgm:pt>
    <dgm:pt modelId="{1B697D16-8292-4D5D-8BBD-EC02ABFF0967}" type="pres">
      <dgm:prSet presAssocID="{995E24E5-63B9-4B74-97FB-D5045290825E}" presName="Name64" presStyleLbl="parChTrans1D2" presStyleIdx="2" presStyleCnt="4"/>
      <dgm:spPr/>
    </dgm:pt>
    <dgm:pt modelId="{40FCBBA5-6D3E-4885-96C0-4B201C72AD19}" type="pres">
      <dgm:prSet presAssocID="{7D31B377-2CA2-4331-B3F9-A3B323A5ED1B}" presName="hierRoot2" presStyleCnt="0">
        <dgm:presLayoutVars>
          <dgm:hierBranch val="init"/>
        </dgm:presLayoutVars>
      </dgm:prSet>
      <dgm:spPr/>
    </dgm:pt>
    <dgm:pt modelId="{472CD96C-C2F8-4B6D-B6F9-7D228122DDE0}" type="pres">
      <dgm:prSet presAssocID="{7D31B377-2CA2-4331-B3F9-A3B323A5ED1B}" presName="rootComposite" presStyleCnt="0"/>
      <dgm:spPr/>
    </dgm:pt>
    <dgm:pt modelId="{C09F6677-ADF4-463A-91D3-66FC805D13E5}" type="pres">
      <dgm:prSet presAssocID="{7D31B377-2CA2-4331-B3F9-A3B323A5ED1B}" presName="rootText" presStyleLbl="node2" presStyleIdx="2" presStyleCnt="4">
        <dgm:presLayoutVars>
          <dgm:chPref val="3"/>
        </dgm:presLayoutVars>
      </dgm:prSet>
      <dgm:spPr/>
    </dgm:pt>
    <dgm:pt modelId="{4AC0EC99-75BD-4590-847D-B57F74D47FD4}" type="pres">
      <dgm:prSet presAssocID="{7D31B377-2CA2-4331-B3F9-A3B323A5ED1B}" presName="rootConnector" presStyleLbl="node2" presStyleIdx="2" presStyleCnt="4"/>
      <dgm:spPr/>
    </dgm:pt>
    <dgm:pt modelId="{B71A2D5C-6BEC-473C-A19C-D468B116BF1C}" type="pres">
      <dgm:prSet presAssocID="{7D31B377-2CA2-4331-B3F9-A3B323A5ED1B}" presName="hierChild4" presStyleCnt="0"/>
      <dgm:spPr/>
    </dgm:pt>
    <dgm:pt modelId="{A62A556E-42DE-4D12-8AD7-5FC6275E087A}" type="pres">
      <dgm:prSet presAssocID="{7D31B377-2CA2-4331-B3F9-A3B323A5ED1B}" presName="hierChild5" presStyleCnt="0"/>
      <dgm:spPr/>
    </dgm:pt>
    <dgm:pt modelId="{0D5A9CF7-924B-4D66-A0D7-7FEDF67B5D33}" type="pres">
      <dgm:prSet presAssocID="{E5883F77-1DF9-4A84-A2D3-AB6926A969D1}" presName="Name64" presStyleLbl="parChTrans1D2" presStyleIdx="3" presStyleCnt="4"/>
      <dgm:spPr/>
    </dgm:pt>
    <dgm:pt modelId="{5E9EB340-06C5-4F0B-B04D-348B3E243933}" type="pres">
      <dgm:prSet presAssocID="{37E0AE32-E1C2-46F6-AE33-6C06F48F8E6A}" presName="hierRoot2" presStyleCnt="0">
        <dgm:presLayoutVars>
          <dgm:hierBranch val="init"/>
        </dgm:presLayoutVars>
      </dgm:prSet>
      <dgm:spPr/>
    </dgm:pt>
    <dgm:pt modelId="{38BDF47B-48D0-46CB-A797-2F8BEC099F70}" type="pres">
      <dgm:prSet presAssocID="{37E0AE32-E1C2-46F6-AE33-6C06F48F8E6A}" presName="rootComposite" presStyleCnt="0"/>
      <dgm:spPr/>
    </dgm:pt>
    <dgm:pt modelId="{2DBA5729-92DD-4438-B9C0-CE16A0EDE832}" type="pres">
      <dgm:prSet presAssocID="{37E0AE32-E1C2-46F6-AE33-6C06F48F8E6A}" presName="rootText" presStyleLbl="node2" presStyleIdx="3" presStyleCnt="4" custScaleY="182395">
        <dgm:presLayoutVars>
          <dgm:chPref val="3"/>
        </dgm:presLayoutVars>
      </dgm:prSet>
      <dgm:spPr/>
    </dgm:pt>
    <dgm:pt modelId="{2BA0ECE3-AFFB-423D-B049-1F2D4862C92C}" type="pres">
      <dgm:prSet presAssocID="{37E0AE32-E1C2-46F6-AE33-6C06F48F8E6A}" presName="rootConnector" presStyleLbl="node2" presStyleIdx="3" presStyleCnt="4"/>
      <dgm:spPr/>
    </dgm:pt>
    <dgm:pt modelId="{915BED8D-5113-47BB-BBF4-55B7BFE15944}" type="pres">
      <dgm:prSet presAssocID="{37E0AE32-E1C2-46F6-AE33-6C06F48F8E6A}" presName="hierChild4" presStyleCnt="0"/>
      <dgm:spPr/>
    </dgm:pt>
    <dgm:pt modelId="{443B1526-0624-4E98-8F7B-CE1EF938ACFA}" type="pres">
      <dgm:prSet presAssocID="{37E0AE32-E1C2-46F6-AE33-6C06F48F8E6A}" presName="hierChild5" presStyleCnt="0"/>
      <dgm:spPr/>
    </dgm:pt>
    <dgm:pt modelId="{0CD1A4CC-6C52-4777-ADCE-7B2091065AE5}" type="pres">
      <dgm:prSet presAssocID="{4267476D-AAAD-4611-ACC3-1FFBD70FA55F}" presName="hierChild3" presStyleCnt="0"/>
      <dgm:spPr/>
    </dgm:pt>
  </dgm:ptLst>
  <dgm:cxnLst>
    <dgm:cxn modelId="{A3D8510A-2B62-49F6-B055-D6CA7DDAA7FB}" srcId="{4267476D-AAAD-4611-ACC3-1FFBD70FA55F}" destId="{37E0AE32-E1C2-46F6-AE33-6C06F48F8E6A}" srcOrd="3" destOrd="0" parTransId="{E5883F77-1DF9-4A84-A2D3-AB6926A969D1}" sibTransId="{123E81A5-5C39-4738-9AF8-24916DB83AC2}"/>
    <dgm:cxn modelId="{C40E851E-DF82-4261-8842-503DF9628BC2}" type="presOf" srcId="{6AB69E9A-DE40-4EC0-9DDA-C46B3429F7C2}" destId="{2C041D16-69F9-4893-B5E2-909757E1D972}" srcOrd="0" destOrd="0" presId="urn:microsoft.com/office/officeart/2009/3/layout/HorizontalOrganizationChart"/>
    <dgm:cxn modelId="{59B91825-4022-4D44-A340-B138E05FD45C}" type="presOf" srcId="{37E0AE32-E1C2-46F6-AE33-6C06F48F8E6A}" destId="{2BA0ECE3-AFFB-423D-B049-1F2D4862C92C}" srcOrd="1" destOrd="0" presId="urn:microsoft.com/office/officeart/2009/3/layout/HorizontalOrganizationChart"/>
    <dgm:cxn modelId="{3A0C0529-D598-4084-9E37-CD32435A9199}" srcId="{D5A75FE9-7939-4605-A844-E71AF6EDD1BD}" destId="{4267476D-AAAD-4611-ACC3-1FFBD70FA55F}" srcOrd="0" destOrd="0" parTransId="{2D146929-AC74-49CC-B4E9-DB5B1FCD729D}" sibTransId="{052220F8-E0E6-4620-8FF1-C437334E1DB0}"/>
    <dgm:cxn modelId="{BCC7863B-0BCA-4EEB-A1A2-AD57D158CE74}" type="presOf" srcId="{7D31B377-2CA2-4331-B3F9-A3B323A5ED1B}" destId="{C09F6677-ADF4-463A-91D3-66FC805D13E5}" srcOrd="0" destOrd="0" presId="urn:microsoft.com/office/officeart/2009/3/layout/HorizontalOrganizationChart"/>
    <dgm:cxn modelId="{EC5E8060-59D8-4748-A316-E102F8E49932}" type="presOf" srcId="{08AB93EE-010C-43C5-8F55-E32C3BAD0F43}" destId="{4FA01B47-C410-4163-AC76-69C422E7E293}" srcOrd="1" destOrd="0" presId="urn:microsoft.com/office/officeart/2009/3/layout/HorizontalOrganizationChart"/>
    <dgm:cxn modelId="{D5B70F45-9F4C-476B-B7ED-69BF22B33EEB}" srcId="{4267476D-AAAD-4611-ACC3-1FFBD70FA55F}" destId="{7D31B377-2CA2-4331-B3F9-A3B323A5ED1B}" srcOrd="2" destOrd="0" parTransId="{995E24E5-63B9-4B74-97FB-D5045290825E}" sibTransId="{FEB41B9D-A556-4EE8-BA83-BD7F556B708A}"/>
    <dgm:cxn modelId="{8ABAF875-5FFE-40BB-9385-E0BF07504669}" type="presOf" srcId="{BB338678-4414-426F-A6E1-E89271F04D08}" destId="{F1DE9236-69C1-4BD0-A08D-51B2A22933D1}" srcOrd="0" destOrd="0" presId="urn:microsoft.com/office/officeart/2009/3/layout/HorizontalOrganizationChart"/>
    <dgm:cxn modelId="{7AE11D56-EB0C-48BA-A10C-A7C66F3AF5FC}" type="presOf" srcId="{4267476D-AAAD-4611-ACC3-1FFBD70FA55F}" destId="{C5F47E93-178F-4130-8F34-C5B55B8A7A2A}" srcOrd="1" destOrd="0" presId="urn:microsoft.com/office/officeart/2009/3/layout/HorizontalOrganizationChart"/>
    <dgm:cxn modelId="{7656D676-7C3D-422D-9FDE-901997D1DE33}" type="presOf" srcId="{7D31B377-2CA2-4331-B3F9-A3B323A5ED1B}" destId="{4AC0EC99-75BD-4590-847D-B57F74D47FD4}" srcOrd="1" destOrd="0" presId="urn:microsoft.com/office/officeart/2009/3/layout/HorizontalOrganizationChart"/>
    <dgm:cxn modelId="{AE5DAB80-D202-4C67-AC56-B592B043E153}" srcId="{4267476D-AAAD-4611-ACC3-1FFBD70FA55F}" destId="{BB338678-4414-426F-A6E1-E89271F04D08}" srcOrd="1" destOrd="0" parTransId="{36B09AE3-8F9E-4687-86E5-FEB03AD871E6}" sibTransId="{5F41661B-BC46-4C13-8891-0E5C42F6748D}"/>
    <dgm:cxn modelId="{D15E2187-187A-477C-AE85-30C4D77A20C4}" type="presOf" srcId="{4267476D-AAAD-4611-ACC3-1FFBD70FA55F}" destId="{88E9DA0D-8063-40DE-BB5E-6AC946BB37D4}" srcOrd="0" destOrd="0" presId="urn:microsoft.com/office/officeart/2009/3/layout/HorizontalOrganizationChart"/>
    <dgm:cxn modelId="{EE93AE8B-08A5-4F52-91C5-F379E7EC5410}" type="presOf" srcId="{37E0AE32-E1C2-46F6-AE33-6C06F48F8E6A}" destId="{2DBA5729-92DD-4438-B9C0-CE16A0EDE832}" srcOrd="0" destOrd="0" presId="urn:microsoft.com/office/officeart/2009/3/layout/HorizontalOrganizationChart"/>
    <dgm:cxn modelId="{1CEDB49C-10BB-4ADC-B1EF-7B3D3F0A5079}" type="presOf" srcId="{E5883F77-1DF9-4A84-A2D3-AB6926A969D1}" destId="{0D5A9CF7-924B-4D66-A0D7-7FEDF67B5D33}" srcOrd="0" destOrd="0" presId="urn:microsoft.com/office/officeart/2009/3/layout/HorizontalOrganizationChart"/>
    <dgm:cxn modelId="{A8D3839D-D072-4D90-9265-6051A7D77C69}" type="presOf" srcId="{D5A75FE9-7939-4605-A844-E71AF6EDD1BD}" destId="{A5A96722-353C-4B41-B79F-A3BD5ABBD06F}" srcOrd="0" destOrd="0" presId="urn:microsoft.com/office/officeart/2009/3/layout/HorizontalOrganizationChart"/>
    <dgm:cxn modelId="{CB9E16A5-7769-4401-9F18-DDE713F03661}" type="presOf" srcId="{BB338678-4414-426F-A6E1-E89271F04D08}" destId="{132DB9D8-95B7-4C96-A3CE-A5951F77E4A6}" srcOrd="1" destOrd="0" presId="urn:microsoft.com/office/officeart/2009/3/layout/HorizontalOrganizationChart"/>
    <dgm:cxn modelId="{81587CAD-749D-4AEA-B27E-FEFF794DACC1}" type="presOf" srcId="{995E24E5-63B9-4B74-97FB-D5045290825E}" destId="{1B697D16-8292-4D5D-8BBD-EC02ABFF0967}" srcOrd="0" destOrd="0" presId="urn:microsoft.com/office/officeart/2009/3/layout/HorizontalOrganizationChart"/>
    <dgm:cxn modelId="{280DDEB6-59F9-4B5F-8553-10F5E002F67F}" type="presOf" srcId="{08AB93EE-010C-43C5-8F55-E32C3BAD0F43}" destId="{45AD050E-A4A0-4132-BAB3-3F5DBF4F2885}" srcOrd="0" destOrd="0" presId="urn:microsoft.com/office/officeart/2009/3/layout/HorizontalOrganizationChart"/>
    <dgm:cxn modelId="{B582CAE9-BF2F-4D92-9837-5413552227C6}" type="presOf" srcId="{36B09AE3-8F9E-4687-86E5-FEB03AD871E6}" destId="{8210CFBB-1C67-47C1-9620-A4B45933B7CF}" srcOrd="0" destOrd="0" presId="urn:microsoft.com/office/officeart/2009/3/layout/HorizontalOrganizationChart"/>
    <dgm:cxn modelId="{088CE2F4-A879-4554-B04B-B6A7060CF4E2}" srcId="{4267476D-AAAD-4611-ACC3-1FFBD70FA55F}" destId="{08AB93EE-010C-43C5-8F55-E32C3BAD0F43}" srcOrd="0" destOrd="0" parTransId="{6AB69E9A-DE40-4EC0-9DDA-C46B3429F7C2}" sibTransId="{7DE21B7E-A020-44AC-961F-9C689720ED8D}"/>
    <dgm:cxn modelId="{BAB6953B-1920-4C6B-AEE8-8E077CB016E2}" type="presParOf" srcId="{A5A96722-353C-4B41-B79F-A3BD5ABBD06F}" destId="{6E59CC58-209F-4EA2-BCFA-5C5C48E8EB56}" srcOrd="0" destOrd="0" presId="urn:microsoft.com/office/officeart/2009/3/layout/HorizontalOrganizationChart"/>
    <dgm:cxn modelId="{8C278D22-3266-4E17-957C-86AA93DA42D8}" type="presParOf" srcId="{6E59CC58-209F-4EA2-BCFA-5C5C48E8EB56}" destId="{12C23ACA-46D5-4FEA-80BD-BBC63D776E2B}" srcOrd="0" destOrd="0" presId="urn:microsoft.com/office/officeart/2009/3/layout/HorizontalOrganizationChart"/>
    <dgm:cxn modelId="{328C1909-4DCF-40A7-B3BB-5B4FB6437AD8}" type="presParOf" srcId="{12C23ACA-46D5-4FEA-80BD-BBC63D776E2B}" destId="{88E9DA0D-8063-40DE-BB5E-6AC946BB37D4}" srcOrd="0" destOrd="0" presId="urn:microsoft.com/office/officeart/2009/3/layout/HorizontalOrganizationChart"/>
    <dgm:cxn modelId="{5CF3A576-4EAA-4F6A-AD6D-084C6E9BE3E5}" type="presParOf" srcId="{12C23ACA-46D5-4FEA-80BD-BBC63D776E2B}" destId="{C5F47E93-178F-4130-8F34-C5B55B8A7A2A}" srcOrd="1" destOrd="0" presId="urn:microsoft.com/office/officeart/2009/3/layout/HorizontalOrganizationChart"/>
    <dgm:cxn modelId="{1B6C456C-B665-4704-B458-42FF1CE299FC}" type="presParOf" srcId="{6E59CC58-209F-4EA2-BCFA-5C5C48E8EB56}" destId="{9B801FA1-B834-40EA-88CA-472795472E0E}" srcOrd="1" destOrd="0" presId="urn:microsoft.com/office/officeart/2009/3/layout/HorizontalOrganizationChart"/>
    <dgm:cxn modelId="{8E65BE18-C79F-4496-BBF2-F389C5BFD5E7}" type="presParOf" srcId="{9B801FA1-B834-40EA-88CA-472795472E0E}" destId="{2C041D16-69F9-4893-B5E2-909757E1D972}" srcOrd="0" destOrd="0" presId="urn:microsoft.com/office/officeart/2009/3/layout/HorizontalOrganizationChart"/>
    <dgm:cxn modelId="{5244C356-EC7C-4F65-AC81-46AC2C8292B0}" type="presParOf" srcId="{9B801FA1-B834-40EA-88CA-472795472E0E}" destId="{BEB8CCDA-FB8B-4538-A5AE-2DD2C992E75D}" srcOrd="1" destOrd="0" presId="urn:microsoft.com/office/officeart/2009/3/layout/HorizontalOrganizationChart"/>
    <dgm:cxn modelId="{0A36C71E-BE10-4E91-A6D9-F6D423451790}" type="presParOf" srcId="{BEB8CCDA-FB8B-4538-A5AE-2DD2C992E75D}" destId="{DF80A15D-2042-4DE3-A5EB-E1B1638E04BD}" srcOrd="0" destOrd="0" presId="urn:microsoft.com/office/officeart/2009/3/layout/HorizontalOrganizationChart"/>
    <dgm:cxn modelId="{B72C04B0-6153-4331-814B-B427F789C3C6}" type="presParOf" srcId="{DF80A15D-2042-4DE3-A5EB-E1B1638E04BD}" destId="{45AD050E-A4A0-4132-BAB3-3F5DBF4F2885}" srcOrd="0" destOrd="0" presId="urn:microsoft.com/office/officeart/2009/3/layout/HorizontalOrganizationChart"/>
    <dgm:cxn modelId="{843D6050-D5F4-4776-9E96-91AE2B509C6E}" type="presParOf" srcId="{DF80A15D-2042-4DE3-A5EB-E1B1638E04BD}" destId="{4FA01B47-C410-4163-AC76-69C422E7E293}" srcOrd="1" destOrd="0" presId="urn:microsoft.com/office/officeart/2009/3/layout/HorizontalOrganizationChart"/>
    <dgm:cxn modelId="{59504D74-2F85-489B-A7E6-65B297238C5D}" type="presParOf" srcId="{BEB8CCDA-FB8B-4538-A5AE-2DD2C992E75D}" destId="{423503DC-3277-40CF-B19D-01D67796A397}" srcOrd="1" destOrd="0" presId="urn:microsoft.com/office/officeart/2009/3/layout/HorizontalOrganizationChart"/>
    <dgm:cxn modelId="{2DC3117C-432A-4D61-A37F-AB3A4BE4E739}" type="presParOf" srcId="{BEB8CCDA-FB8B-4538-A5AE-2DD2C992E75D}" destId="{C590AFE1-D57D-40AB-95BF-37E0F0F41556}" srcOrd="2" destOrd="0" presId="urn:microsoft.com/office/officeart/2009/3/layout/HorizontalOrganizationChart"/>
    <dgm:cxn modelId="{05F04D23-00C8-4F2B-89D3-265E26066C18}" type="presParOf" srcId="{9B801FA1-B834-40EA-88CA-472795472E0E}" destId="{8210CFBB-1C67-47C1-9620-A4B45933B7CF}" srcOrd="2" destOrd="0" presId="urn:microsoft.com/office/officeart/2009/3/layout/HorizontalOrganizationChart"/>
    <dgm:cxn modelId="{EE8FA69B-CFF0-4FE1-96AD-1BB4361DB7DA}" type="presParOf" srcId="{9B801FA1-B834-40EA-88CA-472795472E0E}" destId="{5536E018-B260-4997-AB55-24E5A5A7CE26}" srcOrd="3" destOrd="0" presId="urn:microsoft.com/office/officeart/2009/3/layout/HorizontalOrganizationChart"/>
    <dgm:cxn modelId="{3B6ED330-1628-491E-A331-0BEA70A4E913}" type="presParOf" srcId="{5536E018-B260-4997-AB55-24E5A5A7CE26}" destId="{C8703212-D962-4795-BC39-91F30E844FD0}" srcOrd="0" destOrd="0" presId="urn:microsoft.com/office/officeart/2009/3/layout/HorizontalOrganizationChart"/>
    <dgm:cxn modelId="{4C8B84A1-4313-4A66-BE5F-DC8439E12F90}" type="presParOf" srcId="{C8703212-D962-4795-BC39-91F30E844FD0}" destId="{F1DE9236-69C1-4BD0-A08D-51B2A22933D1}" srcOrd="0" destOrd="0" presId="urn:microsoft.com/office/officeart/2009/3/layout/HorizontalOrganizationChart"/>
    <dgm:cxn modelId="{3DBC1B29-7035-4D07-82BB-CA031B0EF4E2}" type="presParOf" srcId="{C8703212-D962-4795-BC39-91F30E844FD0}" destId="{132DB9D8-95B7-4C96-A3CE-A5951F77E4A6}" srcOrd="1" destOrd="0" presId="urn:microsoft.com/office/officeart/2009/3/layout/HorizontalOrganizationChart"/>
    <dgm:cxn modelId="{589BDB07-FE24-4B7C-AD1D-07DC6FE76206}" type="presParOf" srcId="{5536E018-B260-4997-AB55-24E5A5A7CE26}" destId="{8CB70CA3-EF1D-4021-9DE4-EAB93D15E4F5}" srcOrd="1" destOrd="0" presId="urn:microsoft.com/office/officeart/2009/3/layout/HorizontalOrganizationChart"/>
    <dgm:cxn modelId="{65787FAC-3DB5-4A81-8D7C-0306981134FE}" type="presParOf" srcId="{5536E018-B260-4997-AB55-24E5A5A7CE26}" destId="{7408DB7B-51DB-491E-8939-2BF0F07CFFE2}" srcOrd="2" destOrd="0" presId="urn:microsoft.com/office/officeart/2009/3/layout/HorizontalOrganizationChart"/>
    <dgm:cxn modelId="{D0C6DCA1-05FC-476C-94A2-0DCBB7928A9F}" type="presParOf" srcId="{9B801FA1-B834-40EA-88CA-472795472E0E}" destId="{1B697D16-8292-4D5D-8BBD-EC02ABFF0967}" srcOrd="4" destOrd="0" presId="urn:microsoft.com/office/officeart/2009/3/layout/HorizontalOrganizationChart"/>
    <dgm:cxn modelId="{8AFFF9FA-E287-43CF-94A1-D5FDDD2BFE32}" type="presParOf" srcId="{9B801FA1-B834-40EA-88CA-472795472E0E}" destId="{40FCBBA5-6D3E-4885-96C0-4B201C72AD19}" srcOrd="5" destOrd="0" presId="urn:microsoft.com/office/officeart/2009/3/layout/HorizontalOrganizationChart"/>
    <dgm:cxn modelId="{AAA8D8A5-DEA3-4079-860B-831C8F6F934D}" type="presParOf" srcId="{40FCBBA5-6D3E-4885-96C0-4B201C72AD19}" destId="{472CD96C-C2F8-4B6D-B6F9-7D228122DDE0}" srcOrd="0" destOrd="0" presId="urn:microsoft.com/office/officeart/2009/3/layout/HorizontalOrganizationChart"/>
    <dgm:cxn modelId="{39AB673A-C288-4971-B1B5-25916AC213B5}" type="presParOf" srcId="{472CD96C-C2F8-4B6D-B6F9-7D228122DDE0}" destId="{C09F6677-ADF4-463A-91D3-66FC805D13E5}" srcOrd="0" destOrd="0" presId="urn:microsoft.com/office/officeart/2009/3/layout/HorizontalOrganizationChart"/>
    <dgm:cxn modelId="{A4BB888C-1375-4857-AE38-A3970220C9D9}" type="presParOf" srcId="{472CD96C-C2F8-4B6D-B6F9-7D228122DDE0}" destId="{4AC0EC99-75BD-4590-847D-B57F74D47FD4}" srcOrd="1" destOrd="0" presId="urn:microsoft.com/office/officeart/2009/3/layout/HorizontalOrganizationChart"/>
    <dgm:cxn modelId="{2AA55A2F-8A80-4A69-AC84-F237FCFC8183}" type="presParOf" srcId="{40FCBBA5-6D3E-4885-96C0-4B201C72AD19}" destId="{B71A2D5C-6BEC-473C-A19C-D468B116BF1C}" srcOrd="1" destOrd="0" presId="urn:microsoft.com/office/officeart/2009/3/layout/HorizontalOrganizationChart"/>
    <dgm:cxn modelId="{F4144348-40EC-4D46-9C94-751B59B467FB}" type="presParOf" srcId="{40FCBBA5-6D3E-4885-96C0-4B201C72AD19}" destId="{A62A556E-42DE-4D12-8AD7-5FC6275E087A}" srcOrd="2" destOrd="0" presId="urn:microsoft.com/office/officeart/2009/3/layout/HorizontalOrganizationChart"/>
    <dgm:cxn modelId="{3902B2C5-13AF-47B9-9DBA-9C37C9F4164A}" type="presParOf" srcId="{9B801FA1-B834-40EA-88CA-472795472E0E}" destId="{0D5A9CF7-924B-4D66-A0D7-7FEDF67B5D33}" srcOrd="6" destOrd="0" presId="urn:microsoft.com/office/officeart/2009/3/layout/HorizontalOrganizationChart"/>
    <dgm:cxn modelId="{99775914-9E14-4D90-9F80-33A076CB69B9}" type="presParOf" srcId="{9B801FA1-B834-40EA-88CA-472795472E0E}" destId="{5E9EB340-06C5-4F0B-B04D-348B3E243933}" srcOrd="7" destOrd="0" presId="urn:microsoft.com/office/officeart/2009/3/layout/HorizontalOrganizationChart"/>
    <dgm:cxn modelId="{60D8E568-A1F7-4CF2-8D57-178CB027638B}" type="presParOf" srcId="{5E9EB340-06C5-4F0B-B04D-348B3E243933}" destId="{38BDF47B-48D0-46CB-A797-2F8BEC099F70}" srcOrd="0" destOrd="0" presId="urn:microsoft.com/office/officeart/2009/3/layout/HorizontalOrganizationChart"/>
    <dgm:cxn modelId="{60C00754-C03C-4B6A-82C1-B6623846E909}" type="presParOf" srcId="{38BDF47B-48D0-46CB-A797-2F8BEC099F70}" destId="{2DBA5729-92DD-4438-B9C0-CE16A0EDE832}" srcOrd="0" destOrd="0" presId="urn:microsoft.com/office/officeart/2009/3/layout/HorizontalOrganizationChart"/>
    <dgm:cxn modelId="{85EB4457-7582-411E-AFBF-75227D479645}" type="presParOf" srcId="{38BDF47B-48D0-46CB-A797-2F8BEC099F70}" destId="{2BA0ECE3-AFFB-423D-B049-1F2D4862C92C}" srcOrd="1" destOrd="0" presId="urn:microsoft.com/office/officeart/2009/3/layout/HorizontalOrganizationChart"/>
    <dgm:cxn modelId="{E99A7019-E173-44CF-A191-DE1109F1B07C}" type="presParOf" srcId="{5E9EB340-06C5-4F0B-B04D-348B3E243933}" destId="{915BED8D-5113-47BB-BBF4-55B7BFE15944}" srcOrd="1" destOrd="0" presId="urn:microsoft.com/office/officeart/2009/3/layout/HorizontalOrganizationChart"/>
    <dgm:cxn modelId="{38BC8F4B-1487-41C6-A86C-241A2F8C2DCC}" type="presParOf" srcId="{5E9EB340-06C5-4F0B-B04D-348B3E243933}" destId="{443B1526-0624-4E98-8F7B-CE1EF938ACFA}" srcOrd="2" destOrd="0" presId="urn:microsoft.com/office/officeart/2009/3/layout/HorizontalOrganizationChart"/>
    <dgm:cxn modelId="{51E74C0F-68E8-49A7-801F-C1FEEF3C24C8}" type="presParOf" srcId="{6E59CC58-209F-4EA2-BCFA-5C5C48E8EB56}" destId="{0CD1A4CC-6C52-4777-ADCE-7B2091065AE5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D322F87-FA4C-40F8-AA0D-862E603400E6}" type="doc">
      <dgm:prSet loTypeId="urn:diagrams.loki3.com/BracketList+Icon#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9147449E-3F8C-4156-BAC1-1062F8E79F9E}">
      <dgm:prSet phldrT="[Texto]"/>
      <dgm:spPr/>
      <dgm:t>
        <a:bodyPr/>
        <a:lstStyle/>
        <a:p>
          <a:r>
            <a:rPr lang="es-ES_tradnl" b="1" dirty="0"/>
            <a:t>Estructuras y suelos</a:t>
          </a:r>
          <a:endParaRPr lang="es-ES" b="1" dirty="0"/>
        </a:p>
      </dgm:t>
    </dgm:pt>
    <dgm:pt modelId="{BE398030-4A03-4D06-85CE-38B022DA4376}" type="parTrans" cxnId="{1194CFF7-7838-4F96-A0DA-7AFC8F018C60}">
      <dgm:prSet/>
      <dgm:spPr/>
      <dgm:t>
        <a:bodyPr/>
        <a:lstStyle/>
        <a:p>
          <a:endParaRPr lang="es-ES"/>
        </a:p>
      </dgm:t>
    </dgm:pt>
    <dgm:pt modelId="{CF3C0DB1-4209-44F3-B83A-D119B7AE23BA}" type="sibTrans" cxnId="{1194CFF7-7838-4F96-A0DA-7AFC8F018C60}">
      <dgm:prSet/>
      <dgm:spPr/>
      <dgm:t>
        <a:bodyPr/>
        <a:lstStyle/>
        <a:p>
          <a:endParaRPr lang="es-ES"/>
        </a:p>
      </dgm:t>
    </dgm:pt>
    <dgm:pt modelId="{CD2DAB60-C991-4EB3-9786-203A00C93797}">
      <dgm:prSet phldrT="[Texto]"/>
      <dgm:spPr/>
      <dgm:t>
        <a:bodyPr/>
        <a:lstStyle/>
        <a:p>
          <a:r>
            <a:rPr lang="es-ES_tradnl" dirty="0"/>
            <a:t>Deben ser sólidas y soportar cargas</a:t>
          </a:r>
          <a:endParaRPr lang="es-ES" dirty="0"/>
        </a:p>
      </dgm:t>
    </dgm:pt>
    <dgm:pt modelId="{51391E28-BB3F-4446-9219-A4ABC0D2E5A1}" type="parTrans" cxnId="{4B94CF2F-B579-486F-8FA0-ECD325F6C3E7}">
      <dgm:prSet/>
      <dgm:spPr/>
      <dgm:t>
        <a:bodyPr/>
        <a:lstStyle/>
        <a:p>
          <a:endParaRPr lang="es-ES"/>
        </a:p>
      </dgm:t>
    </dgm:pt>
    <dgm:pt modelId="{6E29BA85-57AA-4C8B-BBE5-ADD950B172F8}" type="sibTrans" cxnId="{4B94CF2F-B579-486F-8FA0-ECD325F6C3E7}">
      <dgm:prSet/>
      <dgm:spPr/>
      <dgm:t>
        <a:bodyPr/>
        <a:lstStyle/>
        <a:p>
          <a:endParaRPr lang="es-ES"/>
        </a:p>
      </dgm:t>
    </dgm:pt>
    <dgm:pt modelId="{735345DE-150A-4AA1-B1E3-416440FA5CF8}">
      <dgm:prSet phldrT="[Texto]"/>
      <dgm:spPr/>
      <dgm:t>
        <a:bodyPr/>
        <a:lstStyle/>
        <a:p>
          <a:r>
            <a:rPr lang="es-ES_tradnl" b="1" dirty="0"/>
            <a:t>Espacios de trabajo</a:t>
          </a:r>
          <a:endParaRPr lang="es-ES" b="1" dirty="0"/>
        </a:p>
      </dgm:t>
    </dgm:pt>
    <dgm:pt modelId="{1E8E415B-A83E-4EF7-8775-65F94EE2EF8A}" type="parTrans" cxnId="{22CEEACC-26B5-486D-B846-12CB432F85F4}">
      <dgm:prSet/>
      <dgm:spPr/>
      <dgm:t>
        <a:bodyPr/>
        <a:lstStyle/>
        <a:p>
          <a:endParaRPr lang="es-ES"/>
        </a:p>
      </dgm:t>
    </dgm:pt>
    <dgm:pt modelId="{F4CE0450-D62F-4A5A-B0CC-EFF0AACDED41}" type="sibTrans" cxnId="{22CEEACC-26B5-486D-B846-12CB432F85F4}">
      <dgm:prSet/>
      <dgm:spPr/>
      <dgm:t>
        <a:bodyPr/>
        <a:lstStyle/>
        <a:p>
          <a:endParaRPr lang="es-ES"/>
        </a:p>
      </dgm:t>
    </dgm:pt>
    <dgm:pt modelId="{DA5FB5D0-C9C9-491A-8191-D91307E0F7CC}">
      <dgm:prSet phldrT="[Texto]"/>
      <dgm:spPr/>
      <dgm:t>
        <a:bodyPr/>
        <a:lstStyle/>
        <a:p>
          <a:r>
            <a:rPr lang="es-ES_tradnl" dirty="0"/>
            <a:t>Mín.: 3 m de altura, 2 m</a:t>
          </a:r>
          <a:r>
            <a:rPr lang="es-ES_tradnl" baseline="30000" dirty="0"/>
            <a:t>2/</a:t>
          </a:r>
          <a:r>
            <a:rPr lang="es-ES_tradnl" baseline="0" dirty="0"/>
            <a:t> trabajador, y 10</a:t>
          </a:r>
          <a:r>
            <a:rPr lang="es-ES_tradnl" dirty="0"/>
            <a:t>m</a:t>
          </a:r>
          <a:r>
            <a:rPr lang="es-ES_tradnl" baseline="30000" dirty="0"/>
            <a:t>3</a:t>
          </a:r>
          <a:r>
            <a:rPr lang="es-ES_tradnl" baseline="0" dirty="0"/>
            <a:t> volumen por trabajador</a:t>
          </a:r>
          <a:endParaRPr lang="es-ES" dirty="0"/>
        </a:p>
      </dgm:t>
    </dgm:pt>
    <dgm:pt modelId="{F617F114-E7BE-4988-A79B-910540D22B2E}" type="parTrans" cxnId="{4A1B8971-EA18-4CEC-8B47-00937FA8B7F8}">
      <dgm:prSet/>
      <dgm:spPr/>
      <dgm:t>
        <a:bodyPr/>
        <a:lstStyle/>
        <a:p>
          <a:endParaRPr lang="es-ES"/>
        </a:p>
      </dgm:t>
    </dgm:pt>
    <dgm:pt modelId="{DAAD50FD-EC52-444E-8557-21380106E8B1}" type="sibTrans" cxnId="{4A1B8971-EA18-4CEC-8B47-00937FA8B7F8}">
      <dgm:prSet/>
      <dgm:spPr/>
      <dgm:t>
        <a:bodyPr/>
        <a:lstStyle/>
        <a:p>
          <a:endParaRPr lang="es-ES"/>
        </a:p>
      </dgm:t>
    </dgm:pt>
    <dgm:pt modelId="{6E4DF814-A638-40EF-847A-A5C369B9210D}">
      <dgm:prSet phldrT="[Texto]"/>
      <dgm:spPr/>
      <dgm:t>
        <a:bodyPr/>
        <a:lstStyle/>
        <a:p>
          <a:r>
            <a:rPr lang="es-ES_tradnl" dirty="0"/>
            <a:t>Estables, no resbaladizos, sin pendientes ni rampas excesivas</a:t>
          </a:r>
          <a:endParaRPr lang="es-ES" dirty="0"/>
        </a:p>
      </dgm:t>
    </dgm:pt>
    <dgm:pt modelId="{EE9F22BA-811A-491D-98BC-AD56C1EEBE4B}" type="parTrans" cxnId="{CAD67BFF-25A2-4753-BC7E-8CF513B3C067}">
      <dgm:prSet/>
      <dgm:spPr/>
      <dgm:t>
        <a:bodyPr/>
        <a:lstStyle/>
        <a:p>
          <a:endParaRPr lang="es-ES"/>
        </a:p>
      </dgm:t>
    </dgm:pt>
    <dgm:pt modelId="{3492A99B-ED5E-4A9C-BE49-AD03C0A8030C}" type="sibTrans" cxnId="{CAD67BFF-25A2-4753-BC7E-8CF513B3C067}">
      <dgm:prSet/>
      <dgm:spPr/>
      <dgm:t>
        <a:bodyPr/>
        <a:lstStyle/>
        <a:p>
          <a:endParaRPr lang="es-ES"/>
        </a:p>
      </dgm:t>
    </dgm:pt>
    <dgm:pt modelId="{1DBC2981-977B-468B-8BEF-58760A3CEFE9}">
      <dgm:prSet phldrT="[Texto]"/>
      <dgm:spPr/>
      <dgm:t>
        <a:bodyPr/>
        <a:lstStyle/>
        <a:p>
          <a:r>
            <a:rPr lang="es-ES_tradnl" b="1" dirty="0"/>
            <a:t>Barandillas</a:t>
          </a:r>
          <a:endParaRPr lang="es-ES" b="1" dirty="0"/>
        </a:p>
      </dgm:t>
    </dgm:pt>
    <dgm:pt modelId="{F5F5299C-E1E5-4269-A73B-39C0568E35BC}" type="parTrans" cxnId="{25526FF7-DF6F-4028-9102-15CB3F06FA1B}">
      <dgm:prSet/>
      <dgm:spPr/>
      <dgm:t>
        <a:bodyPr/>
        <a:lstStyle/>
        <a:p>
          <a:endParaRPr lang="es-ES"/>
        </a:p>
      </dgm:t>
    </dgm:pt>
    <dgm:pt modelId="{62544EF7-060D-424B-A2B4-C20967DFBADA}" type="sibTrans" cxnId="{25526FF7-DF6F-4028-9102-15CB3F06FA1B}">
      <dgm:prSet/>
      <dgm:spPr/>
      <dgm:t>
        <a:bodyPr/>
        <a:lstStyle/>
        <a:p>
          <a:endParaRPr lang="es-ES"/>
        </a:p>
      </dgm:t>
    </dgm:pt>
    <dgm:pt modelId="{54FE965C-AAC0-4F8B-B7D6-F4A39E656AA0}">
      <dgm:prSet phldrT="[Texto]"/>
      <dgm:spPr/>
      <dgm:t>
        <a:bodyPr/>
        <a:lstStyle/>
        <a:p>
          <a:r>
            <a:rPr lang="es-ES_tradnl" dirty="0"/>
            <a:t>Altura mín. 90 cm con protección inferior par impedir el paso</a:t>
          </a:r>
          <a:endParaRPr lang="es-ES" dirty="0"/>
        </a:p>
      </dgm:t>
    </dgm:pt>
    <dgm:pt modelId="{3F9C52C3-7F8C-4A91-AD17-F63706CAA763}" type="parTrans" cxnId="{7D19C91D-EBCC-4A55-9C91-DEF8F161B573}">
      <dgm:prSet/>
      <dgm:spPr/>
      <dgm:t>
        <a:bodyPr/>
        <a:lstStyle/>
        <a:p>
          <a:endParaRPr lang="es-ES"/>
        </a:p>
      </dgm:t>
    </dgm:pt>
    <dgm:pt modelId="{E14E37FA-4FFA-4591-AE6B-65C49D364656}" type="sibTrans" cxnId="{7D19C91D-EBCC-4A55-9C91-DEF8F161B573}">
      <dgm:prSet/>
      <dgm:spPr/>
      <dgm:t>
        <a:bodyPr/>
        <a:lstStyle/>
        <a:p>
          <a:endParaRPr lang="es-ES"/>
        </a:p>
      </dgm:t>
    </dgm:pt>
    <dgm:pt modelId="{106F7C8B-AEFA-4AB4-86BC-FA5477EEABE7}">
      <dgm:prSet phldrT="[Texto]"/>
      <dgm:spPr/>
      <dgm:t>
        <a:bodyPr/>
        <a:lstStyle/>
        <a:p>
          <a:r>
            <a:rPr lang="es-ES_tradnl" b="1" dirty="0"/>
            <a:t>Escaleras y vías de circulación</a:t>
          </a:r>
          <a:endParaRPr lang="es-ES" b="1" dirty="0"/>
        </a:p>
      </dgm:t>
    </dgm:pt>
    <dgm:pt modelId="{FC975CF7-4FA9-4F50-A2B3-52BAC4537A02}" type="parTrans" cxnId="{2D108EFB-9373-4C4B-BF02-5B9EE1594A34}">
      <dgm:prSet/>
      <dgm:spPr/>
      <dgm:t>
        <a:bodyPr/>
        <a:lstStyle/>
        <a:p>
          <a:endParaRPr lang="es-ES"/>
        </a:p>
      </dgm:t>
    </dgm:pt>
    <dgm:pt modelId="{7883A10F-3892-4537-AD4A-9ED339A00B0E}" type="sibTrans" cxnId="{2D108EFB-9373-4C4B-BF02-5B9EE1594A34}">
      <dgm:prSet/>
      <dgm:spPr/>
      <dgm:t>
        <a:bodyPr/>
        <a:lstStyle/>
        <a:p>
          <a:endParaRPr lang="es-ES"/>
        </a:p>
      </dgm:t>
    </dgm:pt>
    <dgm:pt modelId="{743BFA14-96D8-495F-975D-808C8C6056BE}">
      <dgm:prSet phldrT="[Texto]"/>
      <dgm:spPr/>
      <dgm:t>
        <a:bodyPr/>
        <a:lstStyle/>
        <a:p>
          <a:r>
            <a:rPr lang="es-ES_tradnl" dirty="0"/>
            <a:t>Escaleras: anchura mín. 1m</a:t>
          </a:r>
          <a:endParaRPr lang="es-ES" dirty="0"/>
        </a:p>
      </dgm:t>
    </dgm:pt>
    <dgm:pt modelId="{E327CBCA-3598-463C-A48D-91CEA58718AD}" type="parTrans" cxnId="{E9A30AC4-97B2-48A6-A996-4DF9DAA50645}">
      <dgm:prSet/>
      <dgm:spPr/>
      <dgm:t>
        <a:bodyPr/>
        <a:lstStyle/>
        <a:p>
          <a:endParaRPr lang="es-ES"/>
        </a:p>
      </dgm:t>
    </dgm:pt>
    <dgm:pt modelId="{D6A00D3E-46C8-4EF9-AFC3-06304A509370}" type="sibTrans" cxnId="{E9A30AC4-97B2-48A6-A996-4DF9DAA50645}">
      <dgm:prSet/>
      <dgm:spPr/>
      <dgm:t>
        <a:bodyPr/>
        <a:lstStyle/>
        <a:p>
          <a:endParaRPr lang="es-ES"/>
        </a:p>
      </dgm:t>
    </dgm:pt>
    <dgm:pt modelId="{0F14310C-DC6A-40F7-8A07-EE1920BE7A58}">
      <dgm:prSet phldrT="[Texto]"/>
      <dgm:spPr/>
      <dgm:t>
        <a:bodyPr/>
        <a:lstStyle/>
        <a:p>
          <a:r>
            <a:rPr lang="es-ES_tradnl" dirty="0"/>
            <a:t>Puertas: anchura mín. 80 cm y pasillos de 1m</a:t>
          </a:r>
          <a:endParaRPr lang="es-ES" dirty="0"/>
        </a:p>
      </dgm:t>
    </dgm:pt>
    <dgm:pt modelId="{BE12E551-CC02-42EC-9F72-6FE4D5EB1CC0}" type="parTrans" cxnId="{3594D152-43FB-47B6-AB80-86AE7C32B3E9}">
      <dgm:prSet/>
      <dgm:spPr/>
      <dgm:t>
        <a:bodyPr/>
        <a:lstStyle/>
        <a:p>
          <a:endParaRPr lang="es-ES"/>
        </a:p>
      </dgm:t>
    </dgm:pt>
    <dgm:pt modelId="{4A90457C-9624-4BB2-93C1-0D3C0DB5AE6F}" type="sibTrans" cxnId="{3594D152-43FB-47B6-AB80-86AE7C32B3E9}">
      <dgm:prSet/>
      <dgm:spPr/>
      <dgm:t>
        <a:bodyPr/>
        <a:lstStyle/>
        <a:p>
          <a:endParaRPr lang="es-ES"/>
        </a:p>
      </dgm:t>
    </dgm:pt>
    <dgm:pt modelId="{6839C005-5577-4731-BFBE-1CF17D13E4DC}">
      <dgm:prSet phldrT="[Texto]"/>
      <dgm:spPr/>
      <dgm:t>
        <a:bodyPr/>
        <a:lstStyle/>
        <a:p>
          <a:r>
            <a:rPr lang="es-ES_tradnl" b="1" dirty="0"/>
            <a:t>Salidas de evacuación</a:t>
          </a:r>
          <a:endParaRPr lang="es-ES" b="1" dirty="0"/>
        </a:p>
      </dgm:t>
    </dgm:pt>
    <dgm:pt modelId="{EFEE4A0F-9A8D-4874-99E7-82A889BF5C39}" type="parTrans" cxnId="{E518076E-A0AA-42AB-AAA1-8DFA2282AF73}">
      <dgm:prSet/>
      <dgm:spPr/>
      <dgm:t>
        <a:bodyPr/>
        <a:lstStyle/>
        <a:p>
          <a:endParaRPr lang="es-ES"/>
        </a:p>
      </dgm:t>
    </dgm:pt>
    <dgm:pt modelId="{88F18BEF-7A1F-4FD2-9AD5-AE4225039990}" type="sibTrans" cxnId="{E518076E-A0AA-42AB-AAA1-8DFA2282AF73}">
      <dgm:prSet/>
      <dgm:spPr/>
      <dgm:t>
        <a:bodyPr/>
        <a:lstStyle/>
        <a:p>
          <a:endParaRPr lang="es-ES"/>
        </a:p>
      </dgm:t>
    </dgm:pt>
    <dgm:pt modelId="{F1D2BC10-FFBB-4114-8C35-8B19FC426FB9}">
      <dgm:prSet phldrT="[Texto]"/>
      <dgm:spPr/>
      <dgm:t>
        <a:bodyPr/>
        <a:lstStyle/>
        <a:p>
          <a:r>
            <a:rPr lang="es-ES_tradnl" dirty="0"/>
            <a:t>Despejadas, señalizadas, con iluminación de seguridad y puertas que se puedan abrir hacia fuera.</a:t>
          </a:r>
          <a:endParaRPr lang="es-ES" dirty="0"/>
        </a:p>
      </dgm:t>
    </dgm:pt>
    <dgm:pt modelId="{FF9BDBBE-8157-4C1C-8875-58F290505047}" type="parTrans" cxnId="{DADCF0EC-FF76-4723-BE1C-3A063BB4E76D}">
      <dgm:prSet/>
      <dgm:spPr/>
      <dgm:t>
        <a:bodyPr/>
        <a:lstStyle/>
        <a:p>
          <a:endParaRPr lang="es-ES"/>
        </a:p>
      </dgm:t>
    </dgm:pt>
    <dgm:pt modelId="{BD01ADE0-A7D2-43C3-B006-75693FC5AC79}" type="sibTrans" cxnId="{DADCF0EC-FF76-4723-BE1C-3A063BB4E76D}">
      <dgm:prSet/>
      <dgm:spPr/>
      <dgm:t>
        <a:bodyPr/>
        <a:lstStyle/>
        <a:p>
          <a:endParaRPr lang="es-ES"/>
        </a:p>
      </dgm:t>
    </dgm:pt>
    <dgm:pt modelId="{A6C8EAEC-D808-4C85-B490-6A9D3E615FD0}" type="pres">
      <dgm:prSet presAssocID="{4D322F87-FA4C-40F8-AA0D-862E603400E6}" presName="Name0" presStyleCnt="0">
        <dgm:presLayoutVars>
          <dgm:dir/>
          <dgm:animLvl val="lvl"/>
          <dgm:resizeHandles val="exact"/>
        </dgm:presLayoutVars>
      </dgm:prSet>
      <dgm:spPr/>
    </dgm:pt>
    <dgm:pt modelId="{695D4A84-160F-4BA9-9C36-093A56C7044E}" type="pres">
      <dgm:prSet presAssocID="{9147449E-3F8C-4156-BAC1-1062F8E79F9E}" presName="linNode" presStyleCnt="0"/>
      <dgm:spPr/>
    </dgm:pt>
    <dgm:pt modelId="{B60479CC-B8D2-4236-A7E2-0BAC7377A6C7}" type="pres">
      <dgm:prSet presAssocID="{9147449E-3F8C-4156-BAC1-1062F8E79F9E}" presName="parTx" presStyleLbl="revTx" presStyleIdx="0" presStyleCnt="5">
        <dgm:presLayoutVars>
          <dgm:chMax val="1"/>
          <dgm:bulletEnabled val="1"/>
        </dgm:presLayoutVars>
      </dgm:prSet>
      <dgm:spPr/>
    </dgm:pt>
    <dgm:pt modelId="{25EA78B4-829E-41A2-AA79-40035CEB0FB4}" type="pres">
      <dgm:prSet presAssocID="{9147449E-3F8C-4156-BAC1-1062F8E79F9E}" presName="bracket" presStyleLbl="parChTrans1D1" presStyleIdx="0" presStyleCnt="5"/>
      <dgm:spPr/>
    </dgm:pt>
    <dgm:pt modelId="{968FD943-0664-43E5-BA32-C06A069CF633}" type="pres">
      <dgm:prSet presAssocID="{9147449E-3F8C-4156-BAC1-1062F8E79F9E}" presName="spH" presStyleCnt="0"/>
      <dgm:spPr/>
    </dgm:pt>
    <dgm:pt modelId="{538E5D45-DEEE-4E97-8D7B-1F3A0814BD21}" type="pres">
      <dgm:prSet presAssocID="{9147449E-3F8C-4156-BAC1-1062F8E79F9E}" presName="desTx" presStyleLbl="node1" presStyleIdx="0" presStyleCnt="5">
        <dgm:presLayoutVars>
          <dgm:bulletEnabled val="1"/>
        </dgm:presLayoutVars>
      </dgm:prSet>
      <dgm:spPr/>
    </dgm:pt>
    <dgm:pt modelId="{F3CC7166-25B4-4254-9DD5-5F1726EBEA3B}" type="pres">
      <dgm:prSet presAssocID="{CF3C0DB1-4209-44F3-B83A-D119B7AE23BA}" presName="spV" presStyleCnt="0"/>
      <dgm:spPr/>
    </dgm:pt>
    <dgm:pt modelId="{2800C80F-88B2-436F-9173-0357EA004C6B}" type="pres">
      <dgm:prSet presAssocID="{735345DE-150A-4AA1-B1E3-416440FA5CF8}" presName="linNode" presStyleCnt="0"/>
      <dgm:spPr/>
    </dgm:pt>
    <dgm:pt modelId="{14AC72FD-1696-4EDA-855E-FBCAFF3AB3C2}" type="pres">
      <dgm:prSet presAssocID="{735345DE-150A-4AA1-B1E3-416440FA5CF8}" presName="parTx" presStyleLbl="revTx" presStyleIdx="1" presStyleCnt="5">
        <dgm:presLayoutVars>
          <dgm:chMax val="1"/>
          <dgm:bulletEnabled val="1"/>
        </dgm:presLayoutVars>
      </dgm:prSet>
      <dgm:spPr/>
    </dgm:pt>
    <dgm:pt modelId="{C52525CE-64E4-4632-98D2-B60236E69ADA}" type="pres">
      <dgm:prSet presAssocID="{735345DE-150A-4AA1-B1E3-416440FA5CF8}" presName="bracket" presStyleLbl="parChTrans1D1" presStyleIdx="1" presStyleCnt="5"/>
      <dgm:spPr/>
    </dgm:pt>
    <dgm:pt modelId="{3F2D5DBC-49B5-433E-8226-EB12A8E82D3B}" type="pres">
      <dgm:prSet presAssocID="{735345DE-150A-4AA1-B1E3-416440FA5CF8}" presName="spH" presStyleCnt="0"/>
      <dgm:spPr/>
    </dgm:pt>
    <dgm:pt modelId="{AB23A715-E77A-4DAB-82B0-A39ED48C0237}" type="pres">
      <dgm:prSet presAssocID="{735345DE-150A-4AA1-B1E3-416440FA5CF8}" presName="desTx" presStyleLbl="node1" presStyleIdx="1" presStyleCnt="5">
        <dgm:presLayoutVars>
          <dgm:bulletEnabled val="1"/>
        </dgm:presLayoutVars>
      </dgm:prSet>
      <dgm:spPr/>
    </dgm:pt>
    <dgm:pt modelId="{BAF65F1B-6BAC-4307-A8FE-0ACAE8F1D711}" type="pres">
      <dgm:prSet presAssocID="{F4CE0450-D62F-4A5A-B0CC-EFF0AACDED41}" presName="spV" presStyleCnt="0"/>
      <dgm:spPr/>
    </dgm:pt>
    <dgm:pt modelId="{BF5EA3F3-B47D-4504-8248-C10B277EED73}" type="pres">
      <dgm:prSet presAssocID="{1DBC2981-977B-468B-8BEF-58760A3CEFE9}" presName="linNode" presStyleCnt="0"/>
      <dgm:spPr/>
    </dgm:pt>
    <dgm:pt modelId="{1B0F77D2-1C7D-4694-917B-92420EF68141}" type="pres">
      <dgm:prSet presAssocID="{1DBC2981-977B-468B-8BEF-58760A3CEFE9}" presName="parTx" presStyleLbl="revTx" presStyleIdx="2" presStyleCnt="5">
        <dgm:presLayoutVars>
          <dgm:chMax val="1"/>
          <dgm:bulletEnabled val="1"/>
        </dgm:presLayoutVars>
      </dgm:prSet>
      <dgm:spPr/>
    </dgm:pt>
    <dgm:pt modelId="{F686B2AF-FFFF-41FE-828B-4DA943258934}" type="pres">
      <dgm:prSet presAssocID="{1DBC2981-977B-468B-8BEF-58760A3CEFE9}" presName="bracket" presStyleLbl="parChTrans1D1" presStyleIdx="2" presStyleCnt="5"/>
      <dgm:spPr/>
    </dgm:pt>
    <dgm:pt modelId="{6344226A-826D-4D1F-A9C8-A76C0DE091AA}" type="pres">
      <dgm:prSet presAssocID="{1DBC2981-977B-468B-8BEF-58760A3CEFE9}" presName="spH" presStyleCnt="0"/>
      <dgm:spPr/>
    </dgm:pt>
    <dgm:pt modelId="{D61F0E83-B3E0-4A24-AD27-99B42F5C25C2}" type="pres">
      <dgm:prSet presAssocID="{1DBC2981-977B-468B-8BEF-58760A3CEFE9}" presName="desTx" presStyleLbl="node1" presStyleIdx="2" presStyleCnt="5">
        <dgm:presLayoutVars>
          <dgm:bulletEnabled val="1"/>
        </dgm:presLayoutVars>
      </dgm:prSet>
      <dgm:spPr/>
    </dgm:pt>
    <dgm:pt modelId="{193160C3-640B-45E1-889F-46D5B998459D}" type="pres">
      <dgm:prSet presAssocID="{62544EF7-060D-424B-A2B4-C20967DFBADA}" presName="spV" presStyleCnt="0"/>
      <dgm:spPr/>
    </dgm:pt>
    <dgm:pt modelId="{88F19309-52EF-4A7E-9507-D0C334387561}" type="pres">
      <dgm:prSet presAssocID="{106F7C8B-AEFA-4AB4-86BC-FA5477EEABE7}" presName="linNode" presStyleCnt="0"/>
      <dgm:spPr/>
    </dgm:pt>
    <dgm:pt modelId="{C95BBA2E-2AA2-42EF-8410-E116C65ADE2D}" type="pres">
      <dgm:prSet presAssocID="{106F7C8B-AEFA-4AB4-86BC-FA5477EEABE7}" presName="parTx" presStyleLbl="revTx" presStyleIdx="3" presStyleCnt="5">
        <dgm:presLayoutVars>
          <dgm:chMax val="1"/>
          <dgm:bulletEnabled val="1"/>
        </dgm:presLayoutVars>
      </dgm:prSet>
      <dgm:spPr/>
    </dgm:pt>
    <dgm:pt modelId="{A003C707-B0A8-457D-94C9-54CC7F025B49}" type="pres">
      <dgm:prSet presAssocID="{106F7C8B-AEFA-4AB4-86BC-FA5477EEABE7}" presName="bracket" presStyleLbl="parChTrans1D1" presStyleIdx="3" presStyleCnt="5"/>
      <dgm:spPr/>
    </dgm:pt>
    <dgm:pt modelId="{F9426BDD-BF60-4D55-908C-028DAEE7CCDD}" type="pres">
      <dgm:prSet presAssocID="{106F7C8B-AEFA-4AB4-86BC-FA5477EEABE7}" presName="spH" presStyleCnt="0"/>
      <dgm:spPr/>
    </dgm:pt>
    <dgm:pt modelId="{54FD55A6-1012-45E6-88C3-9915C6FCEBF4}" type="pres">
      <dgm:prSet presAssocID="{106F7C8B-AEFA-4AB4-86BC-FA5477EEABE7}" presName="desTx" presStyleLbl="node1" presStyleIdx="3" presStyleCnt="5">
        <dgm:presLayoutVars>
          <dgm:bulletEnabled val="1"/>
        </dgm:presLayoutVars>
      </dgm:prSet>
      <dgm:spPr/>
    </dgm:pt>
    <dgm:pt modelId="{BAAEFF51-EBE5-468E-BCD5-C9C66FD97863}" type="pres">
      <dgm:prSet presAssocID="{7883A10F-3892-4537-AD4A-9ED339A00B0E}" presName="spV" presStyleCnt="0"/>
      <dgm:spPr/>
    </dgm:pt>
    <dgm:pt modelId="{2449B145-B52D-40AC-800B-6258EB8299BB}" type="pres">
      <dgm:prSet presAssocID="{6839C005-5577-4731-BFBE-1CF17D13E4DC}" presName="linNode" presStyleCnt="0"/>
      <dgm:spPr/>
    </dgm:pt>
    <dgm:pt modelId="{DD4823A7-A53F-4021-8414-EBC1772FE12C}" type="pres">
      <dgm:prSet presAssocID="{6839C005-5577-4731-BFBE-1CF17D13E4DC}" presName="parTx" presStyleLbl="revTx" presStyleIdx="4" presStyleCnt="5">
        <dgm:presLayoutVars>
          <dgm:chMax val="1"/>
          <dgm:bulletEnabled val="1"/>
        </dgm:presLayoutVars>
      </dgm:prSet>
      <dgm:spPr/>
    </dgm:pt>
    <dgm:pt modelId="{9E11A470-A30B-450E-8129-676C8153CF49}" type="pres">
      <dgm:prSet presAssocID="{6839C005-5577-4731-BFBE-1CF17D13E4DC}" presName="bracket" presStyleLbl="parChTrans1D1" presStyleIdx="4" presStyleCnt="5"/>
      <dgm:spPr/>
    </dgm:pt>
    <dgm:pt modelId="{A79E30B6-CDD5-41C7-8F62-3E5B774E1475}" type="pres">
      <dgm:prSet presAssocID="{6839C005-5577-4731-BFBE-1CF17D13E4DC}" presName="spH" presStyleCnt="0"/>
      <dgm:spPr/>
    </dgm:pt>
    <dgm:pt modelId="{16752C0E-8C27-41FA-91E3-83F83CB5CEDA}" type="pres">
      <dgm:prSet presAssocID="{6839C005-5577-4731-BFBE-1CF17D13E4DC}" presName="desTx" presStyleLbl="node1" presStyleIdx="4" presStyleCnt="5">
        <dgm:presLayoutVars>
          <dgm:bulletEnabled val="1"/>
        </dgm:presLayoutVars>
      </dgm:prSet>
      <dgm:spPr/>
    </dgm:pt>
  </dgm:ptLst>
  <dgm:cxnLst>
    <dgm:cxn modelId="{7D19C91D-EBCC-4A55-9C91-DEF8F161B573}" srcId="{1DBC2981-977B-468B-8BEF-58760A3CEFE9}" destId="{54FE965C-AAC0-4F8B-B7D6-F4A39E656AA0}" srcOrd="0" destOrd="0" parTransId="{3F9C52C3-7F8C-4A91-AD17-F63706CAA763}" sibTransId="{E14E37FA-4FFA-4591-AE6B-65C49D364656}"/>
    <dgm:cxn modelId="{2BD58A25-2409-4895-8F27-B6AF6E44A672}" type="presOf" srcId="{9147449E-3F8C-4156-BAC1-1062F8E79F9E}" destId="{B60479CC-B8D2-4236-A7E2-0BAC7377A6C7}" srcOrd="0" destOrd="0" presId="urn:diagrams.loki3.com/BracketList+Icon#1"/>
    <dgm:cxn modelId="{AD423127-5FE7-4490-8B81-92FB118C57D3}" type="presOf" srcId="{6E4DF814-A638-40EF-847A-A5C369B9210D}" destId="{538E5D45-DEEE-4E97-8D7B-1F3A0814BD21}" srcOrd="0" destOrd="1" presId="urn:diagrams.loki3.com/BracketList+Icon#1"/>
    <dgm:cxn modelId="{7094CA28-3005-4367-AE28-CE7B16FCA30B}" type="presOf" srcId="{CD2DAB60-C991-4EB3-9786-203A00C93797}" destId="{538E5D45-DEEE-4E97-8D7B-1F3A0814BD21}" srcOrd="0" destOrd="0" presId="urn:diagrams.loki3.com/BracketList+Icon#1"/>
    <dgm:cxn modelId="{4B94CF2F-B579-486F-8FA0-ECD325F6C3E7}" srcId="{9147449E-3F8C-4156-BAC1-1062F8E79F9E}" destId="{CD2DAB60-C991-4EB3-9786-203A00C93797}" srcOrd="0" destOrd="0" parTransId="{51391E28-BB3F-4446-9219-A4ABC0D2E5A1}" sibTransId="{6E29BA85-57AA-4C8B-BBE5-ADD950B172F8}"/>
    <dgm:cxn modelId="{A90D5F30-30AB-411E-A66C-E616CB74CC35}" type="presOf" srcId="{4D322F87-FA4C-40F8-AA0D-862E603400E6}" destId="{A6C8EAEC-D808-4C85-B490-6A9D3E615FD0}" srcOrd="0" destOrd="0" presId="urn:diagrams.loki3.com/BracketList+Icon#1"/>
    <dgm:cxn modelId="{F844073B-04D5-4840-BAA3-4D931BC6ADE8}" type="presOf" srcId="{6839C005-5577-4731-BFBE-1CF17D13E4DC}" destId="{DD4823A7-A53F-4021-8414-EBC1772FE12C}" srcOrd="0" destOrd="0" presId="urn:diagrams.loki3.com/BracketList+Icon#1"/>
    <dgm:cxn modelId="{55B63040-7333-4541-B85E-31AFC2D958DC}" type="presOf" srcId="{F1D2BC10-FFBB-4114-8C35-8B19FC426FB9}" destId="{16752C0E-8C27-41FA-91E3-83F83CB5CEDA}" srcOrd="0" destOrd="0" presId="urn:diagrams.loki3.com/BracketList+Icon#1"/>
    <dgm:cxn modelId="{0E19E15B-66FF-4510-8800-4BCC16DF78F0}" type="presOf" srcId="{743BFA14-96D8-495F-975D-808C8C6056BE}" destId="{54FD55A6-1012-45E6-88C3-9915C6FCEBF4}" srcOrd="0" destOrd="0" presId="urn:diagrams.loki3.com/BracketList+Icon#1"/>
    <dgm:cxn modelId="{F04E2E5F-8755-4C75-989E-CC16983D1E89}" type="presOf" srcId="{106F7C8B-AEFA-4AB4-86BC-FA5477EEABE7}" destId="{C95BBA2E-2AA2-42EF-8410-E116C65ADE2D}" srcOrd="0" destOrd="0" presId="urn:diagrams.loki3.com/BracketList+Icon#1"/>
    <dgm:cxn modelId="{E518076E-A0AA-42AB-AAA1-8DFA2282AF73}" srcId="{4D322F87-FA4C-40F8-AA0D-862E603400E6}" destId="{6839C005-5577-4731-BFBE-1CF17D13E4DC}" srcOrd="4" destOrd="0" parTransId="{EFEE4A0F-9A8D-4874-99E7-82A889BF5C39}" sibTransId="{88F18BEF-7A1F-4FD2-9AD5-AE4225039990}"/>
    <dgm:cxn modelId="{4A1B8971-EA18-4CEC-8B47-00937FA8B7F8}" srcId="{735345DE-150A-4AA1-B1E3-416440FA5CF8}" destId="{DA5FB5D0-C9C9-491A-8191-D91307E0F7CC}" srcOrd="0" destOrd="0" parTransId="{F617F114-E7BE-4988-A79B-910540D22B2E}" sibTransId="{DAAD50FD-EC52-444E-8557-21380106E8B1}"/>
    <dgm:cxn modelId="{3594D152-43FB-47B6-AB80-86AE7C32B3E9}" srcId="{106F7C8B-AEFA-4AB4-86BC-FA5477EEABE7}" destId="{0F14310C-DC6A-40F7-8A07-EE1920BE7A58}" srcOrd="1" destOrd="0" parTransId="{BE12E551-CC02-42EC-9F72-6FE4D5EB1CC0}" sibTransId="{4A90457C-9624-4BB2-93C1-0D3C0DB5AE6F}"/>
    <dgm:cxn modelId="{EB0EE472-8CCC-4D0F-8C61-05034709FE89}" type="presOf" srcId="{735345DE-150A-4AA1-B1E3-416440FA5CF8}" destId="{14AC72FD-1696-4EDA-855E-FBCAFF3AB3C2}" srcOrd="0" destOrd="0" presId="urn:diagrams.loki3.com/BracketList+Icon#1"/>
    <dgm:cxn modelId="{6E7FEF8B-C534-400C-9E51-4BCEE467F524}" type="presOf" srcId="{1DBC2981-977B-468B-8BEF-58760A3CEFE9}" destId="{1B0F77D2-1C7D-4694-917B-92420EF68141}" srcOrd="0" destOrd="0" presId="urn:diagrams.loki3.com/BracketList+Icon#1"/>
    <dgm:cxn modelId="{CFD9E7AC-ED0E-402E-A47C-50C89D9F7BD7}" type="presOf" srcId="{DA5FB5D0-C9C9-491A-8191-D91307E0F7CC}" destId="{AB23A715-E77A-4DAB-82B0-A39ED48C0237}" srcOrd="0" destOrd="0" presId="urn:diagrams.loki3.com/BracketList+Icon#1"/>
    <dgm:cxn modelId="{E9A30AC4-97B2-48A6-A996-4DF9DAA50645}" srcId="{106F7C8B-AEFA-4AB4-86BC-FA5477EEABE7}" destId="{743BFA14-96D8-495F-975D-808C8C6056BE}" srcOrd="0" destOrd="0" parTransId="{E327CBCA-3598-463C-A48D-91CEA58718AD}" sibTransId="{D6A00D3E-46C8-4EF9-AFC3-06304A509370}"/>
    <dgm:cxn modelId="{67CADDCB-1BF6-446B-8B76-090D69579114}" type="presOf" srcId="{54FE965C-AAC0-4F8B-B7D6-F4A39E656AA0}" destId="{D61F0E83-B3E0-4A24-AD27-99B42F5C25C2}" srcOrd="0" destOrd="0" presId="urn:diagrams.loki3.com/BracketList+Icon#1"/>
    <dgm:cxn modelId="{22CEEACC-26B5-486D-B846-12CB432F85F4}" srcId="{4D322F87-FA4C-40F8-AA0D-862E603400E6}" destId="{735345DE-150A-4AA1-B1E3-416440FA5CF8}" srcOrd="1" destOrd="0" parTransId="{1E8E415B-A83E-4EF7-8775-65F94EE2EF8A}" sibTransId="{F4CE0450-D62F-4A5A-B0CC-EFF0AACDED41}"/>
    <dgm:cxn modelId="{A60AD5EB-922B-41B0-A8DF-DEAAD17DB9B5}" type="presOf" srcId="{0F14310C-DC6A-40F7-8A07-EE1920BE7A58}" destId="{54FD55A6-1012-45E6-88C3-9915C6FCEBF4}" srcOrd="0" destOrd="1" presId="urn:diagrams.loki3.com/BracketList+Icon#1"/>
    <dgm:cxn modelId="{DADCF0EC-FF76-4723-BE1C-3A063BB4E76D}" srcId="{6839C005-5577-4731-BFBE-1CF17D13E4DC}" destId="{F1D2BC10-FFBB-4114-8C35-8B19FC426FB9}" srcOrd="0" destOrd="0" parTransId="{FF9BDBBE-8157-4C1C-8875-58F290505047}" sibTransId="{BD01ADE0-A7D2-43C3-B006-75693FC5AC79}"/>
    <dgm:cxn modelId="{25526FF7-DF6F-4028-9102-15CB3F06FA1B}" srcId="{4D322F87-FA4C-40F8-AA0D-862E603400E6}" destId="{1DBC2981-977B-468B-8BEF-58760A3CEFE9}" srcOrd="2" destOrd="0" parTransId="{F5F5299C-E1E5-4269-A73B-39C0568E35BC}" sibTransId="{62544EF7-060D-424B-A2B4-C20967DFBADA}"/>
    <dgm:cxn modelId="{1194CFF7-7838-4F96-A0DA-7AFC8F018C60}" srcId="{4D322F87-FA4C-40F8-AA0D-862E603400E6}" destId="{9147449E-3F8C-4156-BAC1-1062F8E79F9E}" srcOrd="0" destOrd="0" parTransId="{BE398030-4A03-4D06-85CE-38B022DA4376}" sibTransId="{CF3C0DB1-4209-44F3-B83A-D119B7AE23BA}"/>
    <dgm:cxn modelId="{2D108EFB-9373-4C4B-BF02-5B9EE1594A34}" srcId="{4D322F87-FA4C-40F8-AA0D-862E603400E6}" destId="{106F7C8B-AEFA-4AB4-86BC-FA5477EEABE7}" srcOrd="3" destOrd="0" parTransId="{FC975CF7-4FA9-4F50-A2B3-52BAC4537A02}" sibTransId="{7883A10F-3892-4537-AD4A-9ED339A00B0E}"/>
    <dgm:cxn modelId="{CAD67BFF-25A2-4753-BC7E-8CF513B3C067}" srcId="{9147449E-3F8C-4156-BAC1-1062F8E79F9E}" destId="{6E4DF814-A638-40EF-847A-A5C369B9210D}" srcOrd="1" destOrd="0" parTransId="{EE9F22BA-811A-491D-98BC-AD56C1EEBE4B}" sibTransId="{3492A99B-ED5E-4A9C-BE49-AD03C0A8030C}"/>
    <dgm:cxn modelId="{BFD0633C-FA14-4E00-9283-0EDD07878B4D}" type="presParOf" srcId="{A6C8EAEC-D808-4C85-B490-6A9D3E615FD0}" destId="{695D4A84-160F-4BA9-9C36-093A56C7044E}" srcOrd="0" destOrd="0" presId="urn:diagrams.loki3.com/BracketList+Icon#1"/>
    <dgm:cxn modelId="{556625B1-177C-4D24-AC79-588C1BACE1B9}" type="presParOf" srcId="{695D4A84-160F-4BA9-9C36-093A56C7044E}" destId="{B60479CC-B8D2-4236-A7E2-0BAC7377A6C7}" srcOrd="0" destOrd="0" presId="urn:diagrams.loki3.com/BracketList+Icon#1"/>
    <dgm:cxn modelId="{290A8A31-164E-4463-B1B5-17D26EBFC024}" type="presParOf" srcId="{695D4A84-160F-4BA9-9C36-093A56C7044E}" destId="{25EA78B4-829E-41A2-AA79-40035CEB0FB4}" srcOrd="1" destOrd="0" presId="urn:diagrams.loki3.com/BracketList+Icon#1"/>
    <dgm:cxn modelId="{77BAED23-C3A2-4ACA-B6C5-6E2F2F015064}" type="presParOf" srcId="{695D4A84-160F-4BA9-9C36-093A56C7044E}" destId="{968FD943-0664-43E5-BA32-C06A069CF633}" srcOrd="2" destOrd="0" presId="urn:diagrams.loki3.com/BracketList+Icon#1"/>
    <dgm:cxn modelId="{AB94B60F-C9DD-4702-9F5B-71F78F933EBF}" type="presParOf" srcId="{695D4A84-160F-4BA9-9C36-093A56C7044E}" destId="{538E5D45-DEEE-4E97-8D7B-1F3A0814BD21}" srcOrd="3" destOrd="0" presId="urn:diagrams.loki3.com/BracketList+Icon#1"/>
    <dgm:cxn modelId="{4AF46A22-8BB8-4A50-89B1-62D2D8CED54F}" type="presParOf" srcId="{A6C8EAEC-D808-4C85-B490-6A9D3E615FD0}" destId="{F3CC7166-25B4-4254-9DD5-5F1726EBEA3B}" srcOrd="1" destOrd="0" presId="urn:diagrams.loki3.com/BracketList+Icon#1"/>
    <dgm:cxn modelId="{7F952A28-0EA2-4FBD-AAB0-F31EF5CDD3A9}" type="presParOf" srcId="{A6C8EAEC-D808-4C85-B490-6A9D3E615FD0}" destId="{2800C80F-88B2-436F-9173-0357EA004C6B}" srcOrd="2" destOrd="0" presId="urn:diagrams.loki3.com/BracketList+Icon#1"/>
    <dgm:cxn modelId="{713F9A22-63FB-4518-B20C-B780BC967677}" type="presParOf" srcId="{2800C80F-88B2-436F-9173-0357EA004C6B}" destId="{14AC72FD-1696-4EDA-855E-FBCAFF3AB3C2}" srcOrd="0" destOrd="0" presId="urn:diagrams.loki3.com/BracketList+Icon#1"/>
    <dgm:cxn modelId="{A8463AB7-8155-4C7F-BB54-B17DA29A8B73}" type="presParOf" srcId="{2800C80F-88B2-436F-9173-0357EA004C6B}" destId="{C52525CE-64E4-4632-98D2-B60236E69ADA}" srcOrd="1" destOrd="0" presId="urn:diagrams.loki3.com/BracketList+Icon#1"/>
    <dgm:cxn modelId="{779A4056-4213-4EDA-B7E3-C93C7295F2A8}" type="presParOf" srcId="{2800C80F-88B2-436F-9173-0357EA004C6B}" destId="{3F2D5DBC-49B5-433E-8226-EB12A8E82D3B}" srcOrd="2" destOrd="0" presId="urn:diagrams.loki3.com/BracketList+Icon#1"/>
    <dgm:cxn modelId="{D4F8C52E-7B53-45F1-98C6-7D37E63D0BA9}" type="presParOf" srcId="{2800C80F-88B2-436F-9173-0357EA004C6B}" destId="{AB23A715-E77A-4DAB-82B0-A39ED48C0237}" srcOrd="3" destOrd="0" presId="urn:diagrams.loki3.com/BracketList+Icon#1"/>
    <dgm:cxn modelId="{74AF2467-2D17-4A61-9A72-65F7D641D231}" type="presParOf" srcId="{A6C8EAEC-D808-4C85-B490-6A9D3E615FD0}" destId="{BAF65F1B-6BAC-4307-A8FE-0ACAE8F1D711}" srcOrd="3" destOrd="0" presId="urn:diagrams.loki3.com/BracketList+Icon#1"/>
    <dgm:cxn modelId="{5FED65C7-ED5E-4B1F-9074-FA00F5CC4C9C}" type="presParOf" srcId="{A6C8EAEC-D808-4C85-B490-6A9D3E615FD0}" destId="{BF5EA3F3-B47D-4504-8248-C10B277EED73}" srcOrd="4" destOrd="0" presId="urn:diagrams.loki3.com/BracketList+Icon#1"/>
    <dgm:cxn modelId="{DBE37F72-8608-4288-8795-1D7A3A030E46}" type="presParOf" srcId="{BF5EA3F3-B47D-4504-8248-C10B277EED73}" destId="{1B0F77D2-1C7D-4694-917B-92420EF68141}" srcOrd="0" destOrd="0" presId="urn:diagrams.loki3.com/BracketList+Icon#1"/>
    <dgm:cxn modelId="{2F8C0BFA-4A29-43A2-A060-58594BA30131}" type="presParOf" srcId="{BF5EA3F3-B47D-4504-8248-C10B277EED73}" destId="{F686B2AF-FFFF-41FE-828B-4DA943258934}" srcOrd="1" destOrd="0" presId="urn:diagrams.loki3.com/BracketList+Icon#1"/>
    <dgm:cxn modelId="{FA6B1FAD-3B67-4D2E-B2EE-6536B05C777A}" type="presParOf" srcId="{BF5EA3F3-B47D-4504-8248-C10B277EED73}" destId="{6344226A-826D-4D1F-A9C8-A76C0DE091AA}" srcOrd="2" destOrd="0" presId="urn:diagrams.loki3.com/BracketList+Icon#1"/>
    <dgm:cxn modelId="{C8BA3C4D-F075-44D2-A695-BABD9076D642}" type="presParOf" srcId="{BF5EA3F3-B47D-4504-8248-C10B277EED73}" destId="{D61F0E83-B3E0-4A24-AD27-99B42F5C25C2}" srcOrd="3" destOrd="0" presId="urn:diagrams.loki3.com/BracketList+Icon#1"/>
    <dgm:cxn modelId="{304E4FFE-E5EA-42FA-AFD4-3FC830954387}" type="presParOf" srcId="{A6C8EAEC-D808-4C85-B490-6A9D3E615FD0}" destId="{193160C3-640B-45E1-889F-46D5B998459D}" srcOrd="5" destOrd="0" presId="urn:diagrams.loki3.com/BracketList+Icon#1"/>
    <dgm:cxn modelId="{C8C058F9-0871-432D-A147-9FC3D643A068}" type="presParOf" srcId="{A6C8EAEC-D808-4C85-B490-6A9D3E615FD0}" destId="{88F19309-52EF-4A7E-9507-D0C334387561}" srcOrd="6" destOrd="0" presId="urn:diagrams.loki3.com/BracketList+Icon#1"/>
    <dgm:cxn modelId="{636441FF-E150-42C6-9849-0FAFDDD9203F}" type="presParOf" srcId="{88F19309-52EF-4A7E-9507-D0C334387561}" destId="{C95BBA2E-2AA2-42EF-8410-E116C65ADE2D}" srcOrd="0" destOrd="0" presId="urn:diagrams.loki3.com/BracketList+Icon#1"/>
    <dgm:cxn modelId="{663553D1-1024-4262-BABF-02F115AAB9CC}" type="presParOf" srcId="{88F19309-52EF-4A7E-9507-D0C334387561}" destId="{A003C707-B0A8-457D-94C9-54CC7F025B49}" srcOrd="1" destOrd="0" presId="urn:diagrams.loki3.com/BracketList+Icon#1"/>
    <dgm:cxn modelId="{FFE13298-45E1-498E-AA9C-6C68C27B9F37}" type="presParOf" srcId="{88F19309-52EF-4A7E-9507-D0C334387561}" destId="{F9426BDD-BF60-4D55-908C-028DAEE7CCDD}" srcOrd="2" destOrd="0" presId="urn:diagrams.loki3.com/BracketList+Icon#1"/>
    <dgm:cxn modelId="{DB473973-271A-418F-B381-4B846EB1359D}" type="presParOf" srcId="{88F19309-52EF-4A7E-9507-D0C334387561}" destId="{54FD55A6-1012-45E6-88C3-9915C6FCEBF4}" srcOrd="3" destOrd="0" presId="urn:diagrams.loki3.com/BracketList+Icon#1"/>
    <dgm:cxn modelId="{5D66A2B3-1788-482A-83B7-2BA0DE5E8396}" type="presParOf" srcId="{A6C8EAEC-D808-4C85-B490-6A9D3E615FD0}" destId="{BAAEFF51-EBE5-468E-BCD5-C9C66FD97863}" srcOrd="7" destOrd="0" presId="urn:diagrams.loki3.com/BracketList+Icon#1"/>
    <dgm:cxn modelId="{3DAEA626-4CAB-44D4-A8D1-0C3E72756BDF}" type="presParOf" srcId="{A6C8EAEC-D808-4C85-B490-6A9D3E615FD0}" destId="{2449B145-B52D-40AC-800B-6258EB8299BB}" srcOrd="8" destOrd="0" presId="urn:diagrams.loki3.com/BracketList+Icon#1"/>
    <dgm:cxn modelId="{B9A71E99-F885-48EE-AEFD-B4AA7105DB9E}" type="presParOf" srcId="{2449B145-B52D-40AC-800B-6258EB8299BB}" destId="{DD4823A7-A53F-4021-8414-EBC1772FE12C}" srcOrd="0" destOrd="0" presId="urn:diagrams.loki3.com/BracketList+Icon#1"/>
    <dgm:cxn modelId="{6DF35DCD-C999-475E-BC3F-FB6F9EABCD1B}" type="presParOf" srcId="{2449B145-B52D-40AC-800B-6258EB8299BB}" destId="{9E11A470-A30B-450E-8129-676C8153CF49}" srcOrd="1" destOrd="0" presId="urn:diagrams.loki3.com/BracketList+Icon#1"/>
    <dgm:cxn modelId="{7369CB54-0636-44FD-8924-FF83292297FB}" type="presParOf" srcId="{2449B145-B52D-40AC-800B-6258EB8299BB}" destId="{A79E30B6-CDD5-41C7-8F62-3E5B774E1475}" srcOrd="2" destOrd="0" presId="urn:diagrams.loki3.com/BracketList+Icon#1"/>
    <dgm:cxn modelId="{02891F2F-AAED-4F6B-BC13-4278D652634C}" type="presParOf" srcId="{2449B145-B52D-40AC-800B-6258EB8299BB}" destId="{16752C0E-8C27-41FA-91E3-83F83CB5CEDA}" srcOrd="3" destOrd="0" presId="urn:diagrams.loki3.com/BracketList+Icon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D322F87-FA4C-40F8-AA0D-862E603400E6}" type="doc">
      <dgm:prSet loTypeId="urn:diagrams.loki3.com/BracketList+Icon#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106F7C8B-AEFA-4AB4-86BC-FA5477EEABE7}">
      <dgm:prSet phldrT="[Texto]" custT="1"/>
      <dgm:spPr/>
      <dgm:t>
        <a:bodyPr/>
        <a:lstStyle/>
        <a:p>
          <a:r>
            <a:rPr lang="es-ES_tradnl" sz="1800" b="1" dirty="0"/>
            <a:t>Contacto directo</a:t>
          </a:r>
          <a:endParaRPr lang="es-ES" sz="1800" b="1" dirty="0"/>
        </a:p>
      </dgm:t>
    </dgm:pt>
    <dgm:pt modelId="{FC975CF7-4FA9-4F50-A2B3-52BAC4537A02}" type="parTrans" cxnId="{2D108EFB-9373-4C4B-BF02-5B9EE1594A34}">
      <dgm:prSet/>
      <dgm:spPr/>
      <dgm:t>
        <a:bodyPr/>
        <a:lstStyle/>
        <a:p>
          <a:endParaRPr lang="es-ES" sz="1800"/>
        </a:p>
      </dgm:t>
    </dgm:pt>
    <dgm:pt modelId="{7883A10F-3892-4537-AD4A-9ED339A00B0E}" type="sibTrans" cxnId="{2D108EFB-9373-4C4B-BF02-5B9EE1594A34}">
      <dgm:prSet/>
      <dgm:spPr/>
      <dgm:t>
        <a:bodyPr/>
        <a:lstStyle/>
        <a:p>
          <a:endParaRPr lang="es-ES" sz="1800"/>
        </a:p>
      </dgm:t>
    </dgm:pt>
    <dgm:pt modelId="{743BFA14-96D8-495F-975D-808C8C6056BE}">
      <dgm:prSet phldrT="[Texto]" custT="1"/>
      <dgm:spPr/>
      <dgm:t>
        <a:bodyPr/>
        <a:lstStyle/>
        <a:p>
          <a:r>
            <a:rPr lang="es-ES_tradnl" sz="1800" dirty="0"/>
            <a:t>Cuando se tocan partes activas de la red que están en tensión </a:t>
          </a:r>
          <a:endParaRPr lang="es-ES" sz="1800" dirty="0"/>
        </a:p>
      </dgm:t>
    </dgm:pt>
    <dgm:pt modelId="{E327CBCA-3598-463C-A48D-91CEA58718AD}" type="parTrans" cxnId="{E9A30AC4-97B2-48A6-A996-4DF9DAA50645}">
      <dgm:prSet/>
      <dgm:spPr/>
      <dgm:t>
        <a:bodyPr/>
        <a:lstStyle/>
        <a:p>
          <a:endParaRPr lang="es-ES" sz="1800"/>
        </a:p>
      </dgm:t>
    </dgm:pt>
    <dgm:pt modelId="{D6A00D3E-46C8-4EF9-AFC3-06304A509370}" type="sibTrans" cxnId="{E9A30AC4-97B2-48A6-A996-4DF9DAA50645}">
      <dgm:prSet/>
      <dgm:spPr/>
      <dgm:t>
        <a:bodyPr/>
        <a:lstStyle/>
        <a:p>
          <a:endParaRPr lang="es-ES" sz="1800"/>
        </a:p>
      </dgm:t>
    </dgm:pt>
    <dgm:pt modelId="{6839C005-5577-4731-BFBE-1CF17D13E4DC}">
      <dgm:prSet phldrT="[Texto]" custT="1"/>
      <dgm:spPr/>
      <dgm:t>
        <a:bodyPr/>
        <a:lstStyle/>
        <a:p>
          <a:r>
            <a:rPr lang="es-ES_tradnl" sz="1800" b="1" dirty="0"/>
            <a:t>Contacto indirecto</a:t>
          </a:r>
          <a:endParaRPr lang="es-ES" sz="1800" b="1" dirty="0"/>
        </a:p>
      </dgm:t>
    </dgm:pt>
    <dgm:pt modelId="{EFEE4A0F-9A8D-4874-99E7-82A889BF5C39}" type="parTrans" cxnId="{E518076E-A0AA-42AB-AAA1-8DFA2282AF73}">
      <dgm:prSet/>
      <dgm:spPr/>
      <dgm:t>
        <a:bodyPr/>
        <a:lstStyle/>
        <a:p>
          <a:endParaRPr lang="es-ES" sz="1800"/>
        </a:p>
      </dgm:t>
    </dgm:pt>
    <dgm:pt modelId="{88F18BEF-7A1F-4FD2-9AD5-AE4225039990}" type="sibTrans" cxnId="{E518076E-A0AA-42AB-AAA1-8DFA2282AF73}">
      <dgm:prSet/>
      <dgm:spPr/>
      <dgm:t>
        <a:bodyPr/>
        <a:lstStyle/>
        <a:p>
          <a:endParaRPr lang="es-ES" sz="1800"/>
        </a:p>
      </dgm:t>
    </dgm:pt>
    <dgm:pt modelId="{F1D2BC10-FFBB-4114-8C35-8B19FC426FB9}">
      <dgm:prSet phldrT="[Texto]" custT="1"/>
      <dgm:spPr/>
      <dgm:t>
        <a:bodyPr/>
        <a:lstStyle/>
        <a:p>
          <a:r>
            <a:rPr lang="es-ES_tradnl" sz="1800" dirty="0"/>
            <a:t>Cuando se toca un dispositivo que normalmente no conduce la electricidad pero sí que por algún fallo la conduce</a:t>
          </a:r>
          <a:endParaRPr lang="es-ES" sz="1800" dirty="0"/>
        </a:p>
      </dgm:t>
    </dgm:pt>
    <dgm:pt modelId="{FF9BDBBE-8157-4C1C-8875-58F290505047}" type="parTrans" cxnId="{DADCF0EC-FF76-4723-BE1C-3A063BB4E76D}">
      <dgm:prSet/>
      <dgm:spPr/>
      <dgm:t>
        <a:bodyPr/>
        <a:lstStyle/>
        <a:p>
          <a:endParaRPr lang="es-ES" sz="1800"/>
        </a:p>
      </dgm:t>
    </dgm:pt>
    <dgm:pt modelId="{BD01ADE0-A7D2-43C3-B006-75693FC5AC79}" type="sibTrans" cxnId="{DADCF0EC-FF76-4723-BE1C-3A063BB4E76D}">
      <dgm:prSet/>
      <dgm:spPr/>
      <dgm:t>
        <a:bodyPr/>
        <a:lstStyle/>
        <a:p>
          <a:endParaRPr lang="es-ES" sz="1800"/>
        </a:p>
      </dgm:t>
    </dgm:pt>
    <dgm:pt modelId="{1F736FF2-9059-4F60-B78E-808B33C852E7}">
      <dgm:prSet phldrT="[Texto]" custT="1"/>
      <dgm:spPr/>
      <dgm:t>
        <a:bodyPr/>
        <a:lstStyle/>
        <a:p>
          <a:r>
            <a:rPr lang="es-ES_tradnl" sz="1800" b="1" dirty="0"/>
            <a:t>Contacto de alta tensión</a:t>
          </a:r>
          <a:endParaRPr lang="es-ES" sz="1800" b="1" dirty="0"/>
        </a:p>
      </dgm:t>
    </dgm:pt>
    <dgm:pt modelId="{6E5A3A9C-0AC6-49C2-8CE4-CF2D2F0C54B3}" type="parTrans" cxnId="{78F92DF3-CFD5-421F-A17B-105D0C195401}">
      <dgm:prSet/>
      <dgm:spPr/>
      <dgm:t>
        <a:bodyPr/>
        <a:lstStyle/>
        <a:p>
          <a:endParaRPr lang="es-ES" sz="1800"/>
        </a:p>
      </dgm:t>
    </dgm:pt>
    <dgm:pt modelId="{44B6886E-39E0-4D9D-8BE1-F570417B7C52}" type="sibTrans" cxnId="{78F92DF3-CFD5-421F-A17B-105D0C195401}">
      <dgm:prSet/>
      <dgm:spPr/>
      <dgm:t>
        <a:bodyPr/>
        <a:lstStyle/>
        <a:p>
          <a:endParaRPr lang="es-ES" sz="1800"/>
        </a:p>
      </dgm:t>
    </dgm:pt>
    <dgm:pt modelId="{23ED9679-8642-4473-A8A8-24C5E7FAB939}">
      <dgm:prSet phldrT="[Texto]" custT="1"/>
      <dgm:spPr/>
      <dgm:t>
        <a:bodyPr/>
        <a:lstStyle/>
        <a:p>
          <a:r>
            <a:rPr lang="es-ES_tradnl" sz="1800" dirty="0"/>
            <a:t>Por acercamiento a dispositivos de más de 1.000 voltios. Descarga a través del aire. </a:t>
          </a:r>
          <a:endParaRPr lang="es-ES" sz="1800" dirty="0"/>
        </a:p>
      </dgm:t>
    </dgm:pt>
    <dgm:pt modelId="{9B3C01BE-68CB-487F-A9CF-380B45548439}" type="parTrans" cxnId="{E26E020B-D4A4-4C13-B7A0-39235FE07193}">
      <dgm:prSet/>
      <dgm:spPr/>
      <dgm:t>
        <a:bodyPr/>
        <a:lstStyle/>
        <a:p>
          <a:endParaRPr lang="es-ES" sz="1800"/>
        </a:p>
      </dgm:t>
    </dgm:pt>
    <dgm:pt modelId="{D1C6D8BB-A311-43CE-AD47-1CD6827A307C}" type="sibTrans" cxnId="{E26E020B-D4A4-4C13-B7A0-39235FE07193}">
      <dgm:prSet/>
      <dgm:spPr/>
      <dgm:t>
        <a:bodyPr/>
        <a:lstStyle/>
        <a:p>
          <a:endParaRPr lang="es-ES" sz="1800"/>
        </a:p>
      </dgm:t>
    </dgm:pt>
    <dgm:pt modelId="{A6C8EAEC-D808-4C85-B490-6A9D3E615FD0}" type="pres">
      <dgm:prSet presAssocID="{4D322F87-FA4C-40F8-AA0D-862E603400E6}" presName="Name0" presStyleCnt="0">
        <dgm:presLayoutVars>
          <dgm:dir/>
          <dgm:animLvl val="lvl"/>
          <dgm:resizeHandles val="exact"/>
        </dgm:presLayoutVars>
      </dgm:prSet>
      <dgm:spPr/>
    </dgm:pt>
    <dgm:pt modelId="{88F19309-52EF-4A7E-9507-D0C334387561}" type="pres">
      <dgm:prSet presAssocID="{106F7C8B-AEFA-4AB4-86BC-FA5477EEABE7}" presName="linNode" presStyleCnt="0"/>
      <dgm:spPr/>
    </dgm:pt>
    <dgm:pt modelId="{C95BBA2E-2AA2-42EF-8410-E116C65ADE2D}" type="pres">
      <dgm:prSet presAssocID="{106F7C8B-AEFA-4AB4-86BC-FA5477EEABE7}" presName="parTx" presStyleLbl="revTx" presStyleIdx="0" presStyleCnt="3">
        <dgm:presLayoutVars>
          <dgm:chMax val="1"/>
          <dgm:bulletEnabled val="1"/>
        </dgm:presLayoutVars>
      </dgm:prSet>
      <dgm:spPr/>
    </dgm:pt>
    <dgm:pt modelId="{A003C707-B0A8-457D-94C9-54CC7F025B49}" type="pres">
      <dgm:prSet presAssocID="{106F7C8B-AEFA-4AB4-86BC-FA5477EEABE7}" presName="bracket" presStyleLbl="parChTrans1D1" presStyleIdx="0" presStyleCnt="3"/>
      <dgm:spPr/>
    </dgm:pt>
    <dgm:pt modelId="{F9426BDD-BF60-4D55-908C-028DAEE7CCDD}" type="pres">
      <dgm:prSet presAssocID="{106F7C8B-AEFA-4AB4-86BC-FA5477EEABE7}" presName="spH" presStyleCnt="0"/>
      <dgm:spPr/>
    </dgm:pt>
    <dgm:pt modelId="{54FD55A6-1012-45E6-88C3-9915C6FCEBF4}" type="pres">
      <dgm:prSet presAssocID="{106F7C8B-AEFA-4AB4-86BC-FA5477EEABE7}" presName="desTx" presStyleLbl="node1" presStyleIdx="0" presStyleCnt="3">
        <dgm:presLayoutVars>
          <dgm:bulletEnabled val="1"/>
        </dgm:presLayoutVars>
      </dgm:prSet>
      <dgm:spPr/>
    </dgm:pt>
    <dgm:pt modelId="{BAAEFF51-EBE5-468E-BCD5-C9C66FD97863}" type="pres">
      <dgm:prSet presAssocID="{7883A10F-3892-4537-AD4A-9ED339A00B0E}" presName="spV" presStyleCnt="0"/>
      <dgm:spPr/>
    </dgm:pt>
    <dgm:pt modelId="{2449B145-B52D-40AC-800B-6258EB8299BB}" type="pres">
      <dgm:prSet presAssocID="{6839C005-5577-4731-BFBE-1CF17D13E4DC}" presName="linNode" presStyleCnt="0"/>
      <dgm:spPr/>
    </dgm:pt>
    <dgm:pt modelId="{DD4823A7-A53F-4021-8414-EBC1772FE12C}" type="pres">
      <dgm:prSet presAssocID="{6839C005-5577-4731-BFBE-1CF17D13E4DC}" presName="parTx" presStyleLbl="revTx" presStyleIdx="1" presStyleCnt="3">
        <dgm:presLayoutVars>
          <dgm:chMax val="1"/>
          <dgm:bulletEnabled val="1"/>
        </dgm:presLayoutVars>
      </dgm:prSet>
      <dgm:spPr/>
    </dgm:pt>
    <dgm:pt modelId="{9E11A470-A30B-450E-8129-676C8153CF49}" type="pres">
      <dgm:prSet presAssocID="{6839C005-5577-4731-BFBE-1CF17D13E4DC}" presName="bracket" presStyleLbl="parChTrans1D1" presStyleIdx="1" presStyleCnt="3"/>
      <dgm:spPr/>
    </dgm:pt>
    <dgm:pt modelId="{A79E30B6-CDD5-41C7-8F62-3E5B774E1475}" type="pres">
      <dgm:prSet presAssocID="{6839C005-5577-4731-BFBE-1CF17D13E4DC}" presName="spH" presStyleCnt="0"/>
      <dgm:spPr/>
    </dgm:pt>
    <dgm:pt modelId="{16752C0E-8C27-41FA-91E3-83F83CB5CEDA}" type="pres">
      <dgm:prSet presAssocID="{6839C005-5577-4731-BFBE-1CF17D13E4DC}" presName="desTx" presStyleLbl="node1" presStyleIdx="1" presStyleCnt="3">
        <dgm:presLayoutVars>
          <dgm:bulletEnabled val="1"/>
        </dgm:presLayoutVars>
      </dgm:prSet>
      <dgm:spPr/>
    </dgm:pt>
    <dgm:pt modelId="{0B7B4EDA-2AB7-458C-B992-01A3E2CFC7CC}" type="pres">
      <dgm:prSet presAssocID="{88F18BEF-7A1F-4FD2-9AD5-AE4225039990}" presName="spV" presStyleCnt="0"/>
      <dgm:spPr/>
    </dgm:pt>
    <dgm:pt modelId="{95B791EC-A81E-4DC7-B268-DC206FA14F45}" type="pres">
      <dgm:prSet presAssocID="{1F736FF2-9059-4F60-B78E-808B33C852E7}" presName="linNode" presStyleCnt="0"/>
      <dgm:spPr/>
    </dgm:pt>
    <dgm:pt modelId="{36FF16BC-B09B-407B-AF54-4BCD62A47BA2}" type="pres">
      <dgm:prSet presAssocID="{1F736FF2-9059-4F60-B78E-808B33C852E7}" presName="parTx" presStyleLbl="revTx" presStyleIdx="2" presStyleCnt="3">
        <dgm:presLayoutVars>
          <dgm:chMax val="1"/>
          <dgm:bulletEnabled val="1"/>
        </dgm:presLayoutVars>
      </dgm:prSet>
      <dgm:spPr/>
    </dgm:pt>
    <dgm:pt modelId="{2AB7B940-0664-4E57-828B-BDDAB46613F7}" type="pres">
      <dgm:prSet presAssocID="{1F736FF2-9059-4F60-B78E-808B33C852E7}" presName="bracket" presStyleLbl="parChTrans1D1" presStyleIdx="2" presStyleCnt="3"/>
      <dgm:spPr/>
    </dgm:pt>
    <dgm:pt modelId="{D82154E3-DCBC-4AB3-9875-6CC2C9B0C1DB}" type="pres">
      <dgm:prSet presAssocID="{1F736FF2-9059-4F60-B78E-808B33C852E7}" presName="spH" presStyleCnt="0"/>
      <dgm:spPr/>
    </dgm:pt>
    <dgm:pt modelId="{9E50AECA-6D7E-4A6B-8B86-33FBC42D5C24}" type="pres">
      <dgm:prSet presAssocID="{1F736FF2-9059-4F60-B78E-808B33C852E7}" presName="desTx" presStyleLbl="node1" presStyleIdx="2" presStyleCnt="3">
        <dgm:presLayoutVars>
          <dgm:bulletEnabled val="1"/>
        </dgm:presLayoutVars>
      </dgm:prSet>
      <dgm:spPr/>
    </dgm:pt>
  </dgm:ptLst>
  <dgm:cxnLst>
    <dgm:cxn modelId="{E26E020B-D4A4-4C13-B7A0-39235FE07193}" srcId="{1F736FF2-9059-4F60-B78E-808B33C852E7}" destId="{23ED9679-8642-4473-A8A8-24C5E7FAB939}" srcOrd="0" destOrd="0" parTransId="{9B3C01BE-68CB-487F-A9CF-380B45548439}" sibTransId="{D1C6D8BB-A311-43CE-AD47-1CD6827A307C}"/>
    <dgm:cxn modelId="{1E49713B-132F-4C77-AB65-CD5DEB141160}" type="presOf" srcId="{6839C005-5577-4731-BFBE-1CF17D13E4DC}" destId="{DD4823A7-A53F-4021-8414-EBC1772FE12C}" srcOrd="0" destOrd="0" presId="urn:diagrams.loki3.com/BracketList+Icon#2"/>
    <dgm:cxn modelId="{E518076E-A0AA-42AB-AAA1-8DFA2282AF73}" srcId="{4D322F87-FA4C-40F8-AA0D-862E603400E6}" destId="{6839C005-5577-4731-BFBE-1CF17D13E4DC}" srcOrd="1" destOrd="0" parTransId="{EFEE4A0F-9A8D-4874-99E7-82A889BF5C39}" sibTransId="{88F18BEF-7A1F-4FD2-9AD5-AE4225039990}"/>
    <dgm:cxn modelId="{46D33B56-66D7-4760-B6EE-20AEEC8F672E}" type="presOf" srcId="{23ED9679-8642-4473-A8A8-24C5E7FAB939}" destId="{9E50AECA-6D7E-4A6B-8B86-33FBC42D5C24}" srcOrd="0" destOrd="0" presId="urn:diagrams.loki3.com/BracketList+Icon#2"/>
    <dgm:cxn modelId="{31F59E86-CC46-4A43-B468-E69A84BA328D}" type="presOf" srcId="{743BFA14-96D8-495F-975D-808C8C6056BE}" destId="{54FD55A6-1012-45E6-88C3-9915C6FCEBF4}" srcOrd="0" destOrd="0" presId="urn:diagrams.loki3.com/BracketList+Icon#2"/>
    <dgm:cxn modelId="{21FD399A-67FC-43BB-B672-65CB6F12E72A}" type="presOf" srcId="{106F7C8B-AEFA-4AB4-86BC-FA5477EEABE7}" destId="{C95BBA2E-2AA2-42EF-8410-E116C65ADE2D}" srcOrd="0" destOrd="0" presId="urn:diagrams.loki3.com/BracketList+Icon#2"/>
    <dgm:cxn modelId="{3E6629A1-40EF-4F9A-9DC0-1C64BE49D906}" type="presOf" srcId="{1F736FF2-9059-4F60-B78E-808B33C852E7}" destId="{36FF16BC-B09B-407B-AF54-4BCD62A47BA2}" srcOrd="0" destOrd="0" presId="urn:diagrams.loki3.com/BracketList+Icon#2"/>
    <dgm:cxn modelId="{E9A30AC4-97B2-48A6-A996-4DF9DAA50645}" srcId="{106F7C8B-AEFA-4AB4-86BC-FA5477EEABE7}" destId="{743BFA14-96D8-495F-975D-808C8C6056BE}" srcOrd="0" destOrd="0" parTransId="{E327CBCA-3598-463C-A48D-91CEA58718AD}" sibTransId="{D6A00D3E-46C8-4EF9-AFC3-06304A509370}"/>
    <dgm:cxn modelId="{4B8ABACD-64EE-4A9F-9329-E74CBA77B4AE}" type="presOf" srcId="{4D322F87-FA4C-40F8-AA0D-862E603400E6}" destId="{A6C8EAEC-D808-4C85-B490-6A9D3E615FD0}" srcOrd="0" destOrd="0" presId="urn:diagrams.loki3.com/BracketList+Icon#2"/>
    <dgm:cxn modelId="{DADCF0EC-FF76-4723-BE1C-3A063BB4E76D}" srcId="{6839C005-5577-4731-BFBE-1CF17D13E4DC}" destId="{F1D2BC10-FFBB-4114-8C35-8B19FC426FB9}" srcOrd="0" destOrd="0" parTransId="{FF9BDBBE-8157-4C1C-8875-58F290505047}" sibTransId="{BD01ADE0-A7D2-43C3-B006-75693FC5AC79}"/>
    <dgm:cxn modelId="{78F92DF3-CFD5-421F-A17B-105D0C195401}" srcId="{4D322F87-FA4C-40F8-AA0D-862E603400E6}" destId="{1F736FF2-9059-4F60-B78E-808B33C852E7}" srcOrd="2" destOrd="0" parTransId="{6E5A3A9C-0AC6-49C2-8CE4-CF2D2F0C54B3}" sibTransId="{44B6886E-39E0-4D9D-8BE1-F570417B7C52}"/>
    <dgm:cxn modelId="{3E123BF9-7F5D-449A-9DDD-3B09A750ED77}" type="presOf" srcId="{F1D2BC10-FFBB-4114-8C35-8B19FC426FB9}" destId="{16752C0E-8C27-41FA-91E3-83F83CB5CEDA}" srcOrd="0" destOrd="0" presId="urn:diagrams.loki3.com/BracketList+Icon#2"/>
    <dgm:cxn modelId="{2D108EFB-9373-4C4B-BF02-5B9EE1594A34}" srcId="{4D322F87-FA4C-40F8-AA0D-862E603400E6}" destId="{106F7C8B-AEFA-4AB4-86BC-FA5477EEABE7}" srcOrd="0" destOrd="0" parTransId="{FC975CF7-4FA9-4F50-A2B3-52BAC4537A02}" sibTransId="{7883A10F-3892-4537-AD4A-9ED339A00B0E}"/>
    <dgm:cxn modelId="{4F56178C-8661-46CB-A8FE-D71237EAD37E}" type="presParOf" srcId="{A6C8EAEC-D808-4C85-B490-6A9D3E615FD0}" destId="{88F19309-52EF-4A7E-9507-D0C334387561}" srcOrd="0" destOrd="0" presId="urn:diagrams.loki3.com/BracketList+Icon#2"/>
    <dgm:cxn modelId="{FAC57BC0-7A62-4E99-8037-0981153D38CA}" type="presParOf" srcId="{88F19309-52EF-4A7E-9507-D0C334387561}" destId="{C95BBA2E-2AA2-42EF-8410-E116C65ADE2D}" srcOrd="0" destOrd="0" presId="urn:diagrams.loki3.com/BracketList+Icon#2"/>
    <dgm:cxn modelId="{9DA9DC93-1AC9-4375-A94F-DD222F0A6FFE}" type="presParOf" srcId="{88F19309-52EF-4A7E-9507-D0C334387561}" destId="{A003C707-B0A8-457D-94C9-54CC7F025B49}" srcOrd="1" destOrd="0" presId="urn:diagrams.loki3.com/BracketList+Icon#2"/>
    <dgm:cxn modelId="{06558603-0051-43E7-A7E5-0FCC9C365498}" type="presParOf" srcId="{88F19309-52EF-4A7E-9507-D0C334387561}" destId="{F9426BDD-BF60-4D55-908C-028DAEE7CCDD}" srcOrd="2" destOrd="0" presId="urn:diagrams.loki3.com/BracketList+Icon#2"/>
    <dgm:cxn modelId="{AC2C58AE-B1A0-439C-8666-6540F11B0D98}" type="presParOf" srcId="{88F19309-52EF-4A7E-9507-D0C334387561}" destId="{54FD55A6-1012-45E6-88C3-9915C6FCEBF4}" srcOrd="3" destOrd="0" presId="urn:diagrams.loki3.com/BracketList+Icon#2"/>
    <dgm:cxn modelId="{149AE0D1-8FE1-4658-907C-CFBE773D9035}" type="presParOf" srcId="{A6C8EAEC-D808-4C85-B490-6A9D3E615FD0}" destId="{BAAEFF51-EBE5-468E-BCD5-C9C66FD97863}" srcOrd="1" destOrd="0" presId="urn:diagrams.loki3.com/BracketList+Icon#2"/>
    <dgm:cxn modelId="{FB8E250D-0EB3-4E57-A275-F8B3B57BB5DB}" type="presParOf" srcId="{A6C8EAEC-D808-4C85-B490-6A9D3E615FD0}" destId="{2449B145-B52D-40AC-800B-6258EB8299BB}" srcOrd="2" destOrd="0" presId="urn:diagrams.loki3.com/BracketList+Icon#2"/>
    <dgm:cxn modelId="{08062FA1-9062-485A-BAD1-983018491B00}" type="presParOf" srcId="{2449B145-B52D-40AC-800B-6258EB8299BB}" destId="{DD4823A7-A53F-4021-8414-EBC1772FE12C}" srcOrd="0" destOrd="0" presId="urn:diagrams.loki3.com/BracketList+Icon#2"/>
    <dgm:cxn modelId="{A2FE079A-1EFE-4E3F-8826-91873CD61390}" type="presParOf" srcId="{2449B145-B52D-40AC-800B-6258EB8299BB}" destId="{9E11A470-A30B-450E-8129-676C8153CF49}" srcOrd="1" destOrd="0" presId="urn:diagrams.loki3.com/BracketList+Icon#2"/>
    <dgm:cxn modelId="{E71CD30C-CEE6-4946-816A-F827DAA3E721}" type="presParOf" srcId="{2449B145-B52D-40AC-800B-6258EB8299BB}" destId="{A79E30B6-CDD5-41C7-8F62-3E5B774E1475}" srcOrd="2" destOrd="0" presId="urn:diagrams.loki3.com/BracketList+Icon#2"/>
    <dgm:cxn modelId="{40B07046-936C-43BA-82C8-FE9EFB97FB53}" type="presParOf" srcId="{2449B145-B52D-40AC-800B-6258EB8299BB}" destId="{16752C0E-8C27-41FA-91E3-83F83CB5CEDA}" srcOrd="3" destOrd="0" presId="urn:diagrams.loki3.com/BracketList+Icon#2"/>
    <dgm:cxn modelId="{ABC355B8-094E-479C-B270-E9E78D94868E}" type="presParOf" srcId="{A6C8EAEC-D808-4C85-B490-6A9D3E615FD0}" destId="{0B7B4EDA-2AB7-458C-B992-01A3E2CFC7CC}" srcOrd="3" destOrd="0" presId="urn:diagrams.loki3.com/BracketList+Icon#2"/>
    <dgm:cxn modelId="{F3E45DE2-B256-4800-A9AB-C19BA5DF1932}" type="presParOf" srcId="{A6C8EAEC-D808-4C85-B490-6A9D3E615FD0}" destId="{95B791EC-A81E-4DC7-B268-DC206FA14F45}" srcOrd="4" destOrd="0" presId="urn:diagrams.loki3.com/BracketList+Icon#2"/>
    <dgm:cxn modelId="{C4B7731A-8C6E-499B-B94C-D648FA020B85}" type="presParOf" srcId="{95B791EC-A81E-4DC7-B268-DC206FA14F45}" destId="{36FF16BC-B09B-407B-AF54-4BCD62A47BA2}" srcOrd="0" destOrd="0" presId="urn:diagrams.loki3.com/BracketList+Icon#2"/>
    <dgm:cxn modelId="{A1274CC7-A041-4070-A7B0-2865AF3FE7B9}" type="presParOf" srcId="{95B791EC-A81E-4DC7-B268-DC206FA14F45}" destId="{2AB7B940-0664-4E57-828B-BDDAB46613F7}" srcOrd="1" destOrd="0" presId="urn:diagrams.loki3.com/BracketList+Icon#2"/>
    <dgm:cxn modelId="{61A2F163-26A1-4B09-ABCE-392FD93F9B86}" type="presParOf" srcId="{95B791EC-A81E-4DC7-B268-DC206FA14F45}" destId="{D82154E3-DCBC-4AB3-9875-6CC2C9B0C1DB}" srcOrd="2" destOrd="0" presId="urn:diagrams.loki3.com/BracketList+Icon#2"/>
    <dgm:cxn modelId="{C33C69FC-C1A5-40BB-AE92-C43EFCBD0B60}" type="presParOf" srcId="{95B791EC-A81E-4DC7-B268-DC206FA14F45}" destId="{9E50AECA-6D7E-4A6B-8B86-33FBC42D5C24}" srcOrd="3" destOrd="0" presId="urn:diagrams.loki3.com/BracketList+Icon#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5A75FE9-7939-4605-A844-E71AF6EDD1BD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ES"/>
        </a:p>
      </dgm:t>
    </dgm:pt>
    <dgm:pt modelId="{4267476D-AAAD-4611-ACC3-1FFBD70FA55F}">
      <dgm:prSet phldrT="[Texto]"/>
      <dgm:spPr/>
      <dgm:t>
        <a:bodyPr/>
        <a:lstStyle/>
        <a:p>
          <a:r>
            <a:rPr lang="es-ES_tradnl" b="1" dirty="0"/>
            <a:t>Riesgos derivados de las condiciones medioambientales</a:t>
          </a:r>
          <a:endParaRPr lang="es-ES" b="1" dirty="0"/>
        </a:p>
      </dgm:t>
    </dgm:pt>
    <dgm:pt modelId="{2D146929-AC74-49CC-B4E9-DB5B1FCD729D}" type="parTrans" cxnId="{3A0C0529-D598-4084-9E37-CD32435A9199}">
      <dgm:prSet/>
      <dgm:spPr/>
      <dgm:t>
        <a:bodyPr/>
        <a:lstStyle/>
        <a:p>
          <a:endParaRPr lang="es-ES" b="1"/>
        </a:p>
      </dgm:t>
    </dgm:pt>
    <dgm:pt modelId="{052220F8-E0E6-4620-8FF1-C437334E1DB0}" type="sibTrans" cxnId="{3A0C0529-D598-4084-9E37-CD32435A9199}">
      <dgm:prSet/>
      <dgm:spPr/>
      <dgm:t>
        <a:bodyPr/>
        <a:lstStyle/>
        <a:p>
          <a:endParaRPr lang="es-ES" b="1"/>
        </a:p>
      </dgm:t>
    </dgm:pt>
    <dgm:pt modelId="{08AB93EE-010C-43C5-8F55-E32C3BAD0F43}">
      <dgm:prSet phldrT="[Texto]"/>
      <dgm:spPr/>
      <dgm:t>
        <a:bodyPr/>
        <a:lstStyle/>
        <a:p>
          <a:r>
            <a:rPr lang="es-ES_tradnl" b="1" dirty="0"/>
            <a:t>Agentes físicos</a:t>
          </a:r>
          <a:endParaRPr lang="es-ES" b="1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6AB69E9A-DE40-4EC0-9DDA-C46B3429F7C2}" type="parTrans" cxnId="{088CE2F4-A879-4554-B04B-B6A7060CF4E2}">
      <dgm:prSet/>
      <dgm:spPr/>
      <dgm:t>
        <a:bodyPr/>
        <a:lstStyle/>
        <a:p>
          <a:endParaRPr lang="es-ES" b="1"/>
        </a:p>
      </dgm:t>
    </dgm:pt>
    <dgm:pt modelId="{7DE21B7E-A020-44AC-961F-9C689720ED8D}" type="sibTrans" cxnId="{088CE2F4-A879-4554-B04B-B6A7060CF4E2}">
      <dgm:prSet/>
      <dgm:spPr/>
      <dgm:t>
        <a:bodyPr/>
        <a:lstStyle/>
        <a:p>
          <a:endParaRPr lang="es-ES" b="1"/>
        </a:p>
      </dgm:t>
    </dgm:pt>
    <dgm:pt modelId="{BB338678-4414-426F-A6E1-E89271F04D08}">
      <dgm:prSet phldrT="[Texto]"/>
      <dgm:spPr/>
      <dgm:t>
        <a:bodyPr/>
        <a:lstStyle/>
        <a:p>
          <a:r>
            <a:rPr lang="es-ES_tradnl" b="1" dirty="0"/>
            <a:t>Agentes químicos</a:t>
          </a:r>
          <a:endParaRPr lang="es-ES" b="1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36B09AE3-8F9E-4687-86E5-FEB03AD871E6}" type="parTrans" cxnId="{AE5DAB80-D202-4C67-AC56-B592B043E153}">
      <dgm:prSet/>
      <dgm:spPr/>
      <dgm:t>
        <a:bodyPr/>
        <a:lstStyle/>
        <a:p>
          <a:endParaRPr lang="es-ES" b="1"/>
        </a:p>
      </dgm:t>
    </dgm:pt>
    <dgm:pt modelId="{5F41661B-BC46-4C13-8891-0E5C42F6748D}" type="sibTrans" cxnId="{AE5DAB80-D202-4C67-AC56-B592B043E153}">
      <dgm:prSet/>
      <dgm:spPr/>
      <dgm:t>
        <a:bodyPr/>
        <a:lstStyle/>
        <a:p>
          <a:endParaRPr lang="es-ES" b="1"/>
        </a:p>
      </dgm:t>
    </dgm:pt>
    <dgm:pt modelId="{7D31B377-2CA2-4331-B3F9-A3B323A5ED1B}">
      <dgm:prSet phldrT="[Texto]"/>
      <dgm:spPr/>
      <dgm:t>
        <a:bodyPr/>
        <a:lstStyle/>
        <a:p>
          <a:r>
            <a:rPr lang="es-ES_tradnl" b="1" dirty="0"/>
            <a:t>Agentes biológicos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995E24E5-63B9-4B74-97FB-D5045290825E}" type="parTrans" cxnId="{D5B70F45-9F4C-476B-B7ED-69BF22B33EEB}">
      <dgm:prSet/>
      <dgm:spPr/>
      <dgm:t>
        <a:bodyPr/>
        <a:lstStyle/>
        <a:p>
          <a:endParaRPr lang="es-ES" b="1"/>
        </a:p>
      </dgm:t>
    </dgm:pt>
    <dgm:pt modelId="{FEB41B9D-A556-4EE8-BA83-BD7F556B708A}" type="sibTrans" cxnId="{D5B70F45-9F4C-476B-B7ED-69BF22B33EEB}">
      <dgm:prSet/>
      <dgm:spPr/>
      <dgm:t>
        <a:bodyPr/>
        <a:lstStyle/>
        <a:p>
          <a:endParaRPr lang="es-ES" b="1"/>
        </a:p>
      </dgm:t>
    </dgm:pt>
    <dgm:pt modelId="{A5A96722-353C-4B41-B79F-A3BD5ABBD06F}" type="pres">
      <dgm:prSet presAssocID="{D5A75FE9-7939-4605-A844-E71AF6EDD1B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E59CC58-209F-4EA2-BCFA-5C5C48E8EB56}" type="pres">
      <dgm:prSet presAssocID="{4267476D-AAAD-4611-ACC3-1FFBD70FA55F}" presName="hierRoot1" presStyleCnt="0">
        <dgm:presLayoutVars>
          <dgm:hierBranch val="init"/>
        </dgm:presLayoutVars>
      </dgm:prSet>
      <dgm:spPr/>
    </dgm:pt>
    <dgm:pt modelId="{12C23ACA-46D5-4FEA-80BD-BBC63D776E2B}" type="pres">
      <dgm:prSet presAssocID="{4267476D-AAAD-4611-ACC3-1FFBD70FA55F}" presName="rootComposite1" presStyleCnt="0"/>
      <dgm:spPr/>
    </dgm:pt>
    <dgm:pt modelId="{88E9DA0D-8063-40DE-BB5E-6AC946BB37D4}" type="pres">
      <dgm:prSet presAssocID="{4267476D-AAAD-4611-ACC3-1FFBD70FA55F}" presName="rootText1" presStyleLbl="node0" presStyleIdx="0" presStyleCnt="1">
        <dgm:presLayoutVars>
          <dgm:chPref val="3"/>
        </dgm:presLayoutVars>
      </dgm:prSet>
      <dgm:spPr/>
    </dgm:pt>
    <dgm:pt modelId="{C5F47E93-178F-4130-8F34-C5B55B8A7A2A}" type="pres">
      <dgm:prSet presAssocID="{4267476D-AAAD-4611-ACC3-1FFBD70FA55F}" presName="rootConnector1" presStyleLbl="node1" presStyleIdx="0" presStyleCnt="0"/>
      <dgm:spPr/>
    </dgm:pt>
    <dgm:pt modelId="{9B801FA1-B834-40EA-88CA-472795472E0E}" type="pres">
      <dgm:prSet presAssocID="{4267476D-AAAD-4611-ACC3-1FFBD70FA55F}" presName="hierChild2" presStyleCnt="0"/>
      <dgm:spPr/>
    </dgm:pt>
    <dgm:pt modelId="{2C041D16-69F9-4893-B5E2-909757E1D972}" type="pres">
      <dgm:prSet presAssocID="{6AB69E9A-DE40-4EC0-9DDA-C46B3429F7C2}" presName="Name64" presStyleLbl="parChTrans1D2" presStyleIdx="0" presStyleCnt="3"/>
      <dgm:spPr/>
    </dgm:pt>
    <dgm:pt modelId="{BEB8CCDA-FB8B-4538-A5AE-2DD2C992E75D}" type="pres">
      <dgm:prSet presAssocID="{08AB93EE-010C-43C5-8F55-E32C3BAD0F43}" presName="hierRoot2" presStyleCnt="0">
        <dgm:presLayoutVars>
          <dgm:hierBranch val="init"/>
        </dgm:presLayoutVars>
      </dgm:prSet>
      <dgm:spPr/>
    </dgm:pt>
    <dgm:pt modelId="{DF80A15D-2042-4DE3-A5EB-E1B1638E04BD}" type="pres">
      <dgm:prSet presAssocID="{08AB93EE-010C-43C5-8F55-E32C3BAD0F43}" presName="rootComposite" presStyleCnt="0"/>
      <dgm:spPr/>
    </dgm:pt>
    <dgm:pt modelId="{45AD050E-A4A0-4132-BAB3-3F5DBF4F2885}" type="pres">
      <dgm:prSet presAssocID="{08AB93EE-010C-43C5-8F55-E32C3BAD0F43}" presName="rootText" presStyleLbl="node2" presStyleIdx="0" presStyleCnt="3">
        <dgm:presLayoutVars>
          <dgm:chPref val="3"/>
        </dgm:presLayoutVars>
      </dgm:prSet>
      <dgm:spPr/>
    </dgm:pt>
    <dgm:pt modelId="{4FA01B47-C410-4163-AC76-69C422E7E293}" type="pres">
      <dgm:prSet presAssocID="{08AB93EE-010C-43C5-8F55-E32C3BAD0F43}" presName="rootConnector" presStyleLbl="node2" presStyleIdx="0" presStyleCnt="3"/>
      <dgm:spPr/>
    </dgm:pt>
    <dgm:pt modelId="{423503DC-3277-40CF-B19D-01D67796A397}" type="pres">
      <dgm:prSet presAssocID="{08AB93EE-010C-43C5-8F55-E32C3BAD0F43}" presName="hierChild4" presStyleCnt="0"/>
      <dgm:spPr/>
    </dgm:pt>
    <dgm:pt modelId="{C590AFE1-D57D-40AB-95BF-37E0F0F41556}" type="pres">
      <dgm:prSet presAssocID="{08AB93EE-010C-43C5-8F55-E32C3BAD0F43}" presName="hierChild5" presStyleCnt="0"/>
      <dgm:spPr/>
    </dgm:pt>
    <dgm:pt modelId="{8210CFBB-1C67-47C1-9620-A4B45933B7CF}" type="pres">
      <dgm:prSet presAssocID="{36B09AE3-8F9E-4687-86E5-FEB03AD871E6}" presName="Name64" presStyleLbl="parChTrans1D2" presStyleIdx="1" presStyleCnt="3"/>
      <dgm:spPr/>
    </dgm:pt>
    <dgm:pt modelId="{5536E018-B260-4997-AB55-24E5A5A7CE26}" type="pres">
      <dgm:prSet presAssocID="{BB338678-4414-426F-A6E1-E89271F04D08}" presName="hierRoot2" presStyleCnt="0">
        <dgm:presLayoutVars>
          <dgm:hierBranch val="init"/>
        </dgm:presLayoutVars>
      </dgm:prSet>
      <dgm:spPr/>
    </dgm:pt>
    <dgm:pt modelId="{C8703212-D962-4795-BC39-91F30E844FD0}" type="pres">
      <dgm:prSet presAssocID="{BB338678-4414-426F-A6E1-E89271F04D08}" presName="rootComposite" presStyleCnt="0"/>
      <dgm:spPr/>
    </dgm:pt>
    <dgm:pt modelId="{F1DE9236-69C1-4BD0-A08D-51B2A22933D1}" type="pres">
      <dgm:prSet presAssocID="{BB338678-4414-426F-A6E1-E89271F04D08}" presName="rootText" presStyleLbl="node2" presStyleIdx="1" presStyleCnt="3">
        <dgm:presLayoutVars>
          <dgm:chPref val="3"/>
        </dgm:presLayoutVars>
      </dgm:prSet>
      <dgm:spPr/>
    </dgm:pt>
    <dgm:pt modelId="{132DB9D8-95B7-4C96-A3CE-A5951F77E4A6}" type="pres">
      <dgm:prSet presAssocID="{BB338678-4414-426F-A6E1-E89271F04D08}" presName="rootConnector" presStyleLbl="node2" presStyleIdx="1" presStyleCnt="3"/>
      <dgm:spPr/>
    </dgm:pt>
    <dgm:pt modelId="{8CB70CA3-EF1D-4021-9DE4-EAB93D15E4F5}" type="pres">
      <dgm:prSet presAssocID="{BB338678-4414-426F-A6E1-E89271F04D08}" presName="hierChild4" presStyleCnt="0"/>
      <dgm:spPr/>
    </dgm:pt>
    <dgm:pt modelId="{7408DB7B-51DB-491E-8939-2BF0F07CFFE2}" type="pres">
      <dgm:prSet presAssocID="{BB338678-4414-426F-A6E1-E89271F04D08}" presName="hierChild5" presStyleCnt="0"/>
      <dgm:spPr/>
    </dgm:pt>
    <dgm:pt modelId="{1B697D16-8292-4D5D-8BBD-EC02ABFF0967}" type="pres">
      <dgm:prSet presAssocID="{995E24E5-63B9-4B74-97FB-D5045290825E}" presName="Name64" presStyleLbl="parChTrans1D2" presStyleIdx="2" presStyleCnt="3"/>
      <dgm:spPr/>
    </dgm:pt>
    <dgm:pt modelId="{40FCBBA5-6D3E-4885-96C0-4B201C72AD19}" type="pres">
      <dgm:prSet presAssocID="{7D31B377-2CA2-4331-B3F9-A3B323A5ED1B}" presName="hierRoot2" presStyleCnt="0">
        <dgm:presLayoutVars>
          <dgm:hierBranch val="init"/>
        </dgm:presLayoutVars>
      </dgm:prSet>
      <dgm:spPr/>
    </dgm:pt>
    <dgm:pt modelId="{472CD96C-C2F8-4B6D-B6F9-7D228122DDE0}" type="pres">
      <dgm:prSet presAssocID="{7D31B377-2CA2-4331-B3F9-A3B323A5ED1B}" presName="rootComposite" presStyleCnt="0"/>
      <dgm:spPr/>
    </dgm:pt>
    <dgm:pt modelId="{C09F6677-ADF4-463A-91D3-66FC805D13E5}" type="pres">
      <dgm:prSet presAssocID="{7D31B377-2CA2-4331-B3F9-A3B323A5ED1B}" presName="rootText" presStyleLbl="node2" presStyleIdx="2" presStyleCnt="3">
        <dgm:presLayoutVars>
          <dgm:chPref val="3"/>
        </dgm:presLayoutVars>
      </dgm:prSet>
      <dgm:spPr/>
    </dgm:pt>
    <dgm:pt modelId="{4AC0EC99-75BD-4590-847D-B57F74D47FD4}" type="pres">
      <dgm:prSet presAssocID="{7D31B377-2CA2-4331-B3F9-A3B323A5ED1B}" presName="rootConnector" presStyleLbl="node2" presStyleIdx="2" presStyleCnt="3"/>
      <dgm:spPr/>
    </dgm:pt>
    <dgm:pt modelId="{B71A2D5C-6BEC-473C-A19C-D468B116BF1C}" type="pres">
      <dgm:prSet presAssocID="{7D31B377-2CA2-4331-B3F9-A3B323A5ED1B}" presName="hierChild4" presStyleCnt="0"/>
      <dgm:spPr/>
    </dgm:pt>
    <dgm:pt modelId="{A62A556E-42DE-4D12-8AD7-5FC6275E087A}" type="pres">
      <dgm:prSet presAssocID="{7D31B377-2CA2-4331-B3F9-A3B323A5ED1B}" presName="hierChild5" presStyleCnt="0"/>
      <dgm:spPr/>
    </dgm:pt>
    <dgm:pt modelId="{0CD1A4CC-6C52-4777-ADCE-7B2091065AE5}" type="pres">
      <dgm:prSet presAssocID="{4267476D-AAAD-4611-ACC3-1FFBD70FA55F}" presName="hierChild3" presStyleCnt="0"/>
      <dgm:spPr/>
    </dgm:pt>
  </dgm:ptLst>
  <dgm:cxnLst>
    <dgm:cxn modelId="{19903321-D002-4779-93B0-252C00D6FA65}" type="presOf" srcId="{7D31B377-2CA2-4331-B3F9-A3B323A5ED1B}" destId="{4AC0EC99-75BD-4590-847D-B57F74D47FD4}" srcOrd="1" destOrd="0" presId="urn:microsoft.com/office/officeart/2009/3/layout/HorizontalOrganizationChart"/>
    <dgm:cxn modelId="{3A0C0529-D598-4084-9E37-CD32435A9199}" srcId="{D5A75FE9-7939-4605-A844-E71AF6EDD1BD}" destId="{4267476D-AAAD-4611-ACC3-1FFBD70FA55F}" srcOrd="0" destOrd="0" parTransId="{2D146929-AC74-49CC-B4E9-DB5B1FCD729D}" sibTransId="{052220F8-E0E6-4620-8FF1-C437334E1DB0}"/>
    <dgm:cxn modelId="{2C628933-D1DB-4E12-8EE4-335BED5505E3}" type="presOf" srcId="{4267476D-AAAD-4611-ACC3-1FFBD70FA55F}" destId="{88E9DA0D-8063-40DE-BB5E-6AC946BB37D4}" srcOrd="0" destOrd="0" presId="urn:microsoft.com/office/officeart/2009/3/layout/HorizontalOrganizationChart"/>
    <dgm:cxn modelId="{35868339-224F-4580-9B5A-ABE2D9915FF6}" type="presOf" srcId="{BB338678-4414-426F-A6E1-E89271F04D08}" destId="{132DB9D8-95B7-4C96-A3CE-A5951F77E4A6}" srcOrd="1" destOrd="0" presId="urn:microsoft.com/office/officeart/2009/3/layout/HorizontalOrganizationChart"/>
    <dgm:cxn modelId="{D5B70F45-9F4C-476B-B7ED-69BF22B33EEB}" srcId="{4267476D-AAAD-4611-ACC3-1FFBD70FA55F}" destId="{7D31B377-2CA2-4331-B3F9-A3B323A5ED1B}" srcOrd="2" destOrd="0" parTransId="{995E24E5-63B9-4B74-97FB-D5045290825E}" sibTransId="{FEB41B9D-A556-4EE8-BA83-BD7F556B708A}"/>
    <dgm:cxn modelId="{593D2455-55C3-471D-87EE-8B85E086D48F}" type="presOf" srcId="{08AB93EE-010C-43C5-8F55-E32C3BAD0F43}" destId="{4FA01B47-C410-4163-AC76-69C422E7E293}" srcOrd="1" destOrd="0" presId="urn:microsoft.com/office/officeart/2009/3/layout/HorizontalOrganizationChart"/>
    <dgm:cxn modelId="{053D6C7E-42DC-467F-A9B9-9127E981AE12}" type="presOf" srcId="{BB338678-4414-426F-A6E1-E89271F04D08}" destId="{F1DE9236-69C1-4BD0-A08D-51B2A22933D1}" srcOrd="0" destOrd="0" presId="urn:microsoft.com/office/officeart/2009/3/layout/HorizontalOrganizationChart"/>
    <dgm:cxn modelId="{AE5DAB80-D202-4C67-AC56-B592B043E153}" srcId="{4267476D-AAAD-4611-ACC3-1FFBD70FA55F}" destId="{BB338678-4414-426F-A6E1-E89271F04D08}" srcOrd="1" destOrd="0" parTransId="{36B09AE3-8F9E-4687-86E5-FEB03AD871E6}" sibTransId="{5F41661B-BC46-4C13-8891-0E5C42F6748D}"/>
    <dgm:cxn modelId="{8C3B73A2-3D61-4BF0-9F20-5CFA9CBF8DD8}" type="presOf" srcId="{7D31B377-2CA2-4331-B3F9-A3B323A5ED1B}" destId="{C09F6677-ADF4-463A-91D3-66FC805D13E5}" srcOrd="0" destOrd="0" presId="urn:microsoft.com/office/officeart/2009/3/layout/HorizontalOrganizationChart"/>
    <dgm:cxn modelId="{E36CCDC0-3203-4821-BD72-10BC60017822}" type="presOf" srcId="{D5A75FE9-7939-4605-A844-E71AF6EDD1BD}" destId="{A5A96722-353C-4B41-B79F-A3BD5ABBD06F}" srcOrd="0" destOrd="0" presId="urn:microsoft.com/office/officeart/2009/3/layout/HorizontalOrganizationChart"/>
    <dgm:cxn modelId="{AEFEBED9-74BE-47EB-BADF-1FCD735A5DDC}" type="presOf" srcId="{36B09AE3-8F9E-4687-86E5-FEB03AD871E6}" destId="{8210CFBB-1C67-47C1-9620-A4B45933B7CF}" srcOrd="0" destOrd="0" presId="urn:microsoft.com/office/officeart/2009/3/layout/HorizontalOrganizationChart"/>
    <dgm:cxn modelId="{E84923E4-F1CD-4C2B-A635-5D77315574AA}" type="presOf" srcId="{995E24E5-63B9-4B74-97FB-D5045290825E}" destId="{1B697D16-8292-4D5D-8BBD-EC02ABFF0967}" srcOrd="0" destOrd="0" presId="urn:microsoft.com/office/officeart/2009/3/layout/HorizontalOrganizationChart"/>
    <dgm:cxn modelId="{E80EA3E5-4231-4CC6-A65E-3110B0CBD372}" type="presOf" srcId="{6AB69E9A-DE40-4EC0-9DDA-C46B3429F7C2}" destId="{2C041D16-69F9-4893-B5E2-909757E1D972}" srcOrd="0" destOrd="0" presId="urn:microsoft.com/office/officeart/2009/3/layout/HorizontalOrganizationChart"/>
    <dgm:cxn modelId="{7F1B96F0-A70A-4B24-A3DA-F73A15D35EDC}" type="presOf" srcId="{4267476D-AAAD-4611-ACC3-1FFBD70FA55F}" destId="{C5F47E93-178F-4130-8F34-C5B55B8A7A2A}" srcOrd="1" destOrd="0" presId="urn:microsoft.com/office/officeart/2009/3/layout/HorizontalOrganizationChart"/>
    <dgm:cxn modelId="{088CE2F4-A879-4554-B04B-B6A7060CF4E2}" srcId="{4267476D-AAAD-4611-ACC3-1FFBD70FA55F}" destId="{08AB93EE-010C-43C5-8F55-E32C3BAD0F43}" srcOrd="0" destOrd="0" parTransId="{6AB69E9A-DE40-4EC0-9DDA-C46B3429F7C2}" sibTransId="{7DE21B7E-A020-44AC-961F-9C689720ED8D}"/>
    <dgm:cxn modelId="{FF879AFE-7F19-4A5B-B8CD-4402349C7A11}" type="presOf" srcId="{08AB93EE-010C-43C5-8F55-E32C3BAD0F43}" destId="{45AD050E-A4A0-4132-BAB3-3F5DBF4F2885}" srcOrd="0" destOrd="0" presId="urn:microsoft.com/office/officeart/2009/3/layout/HorizontalOrganizationChart"/>
    <dgm:cxn modelId="{4162C637-0165-4F0C-AE58-32B8207A1D77}" type="presParOf" srcId="{A5A96722-353C-4B41-B79F-A3BD5ABBD06F}" destId="{6E59CC58-209F-4EA2-BCFA-5C5C48E8EB56}" srcOrd="0" destOrd="0" presId="urn:microsoft.com/office/officeart/2009/3/layout/HorizontalOrganizationChart"/>
    <dgm:cxn modelId="{5A0D87FF-3C4B-4BB1-81D8-C7AD9C51BF76}" type="presParOf" srcId="{6E59CC58-209F-4EA2-BCFA-5C5C48E8EB56}" destId="{12C23ACA-46D5-4FEA-80BD-BBC63D776E2B}" srcOrd="0" destOrd="0" presId="urn:microsoft.com/office/officeart/2009/3/layout/HorizontalOrganizationChart"/>
    <dgm:cxn modelId="{EC2A9A2F-20F7-43A9-8A14-3C19D4BB9985}" type="presParOf" srcId="{12C23ACA-46D5-4FEA-80BD-BBC63D776E2B}" destId="{88E9DA0D-8063-40DE-BB5E-6AC946BB37D4}" srcOrd="0" destOrd="0" presId="urn:microsoft.com/office/officeart/2009/3/layout/HorizontalOrganizationChart"/>
    <dgm:cxn modelId="{A67F08BC-1EA6-40B2-88A0-EBAE9DB6E6EC}" type="presParOf" srcId="{12C23ACA-46D5-4FEA-80BD-BBC63D776E2B}" destId="{C5F47E93-178F-4130-8F34-C5B55B8A7A2A}" srcOrd="1" destOrd="0" presId="urn:microsoft.com/office/officeart/2009/3/layout/HorizontalOrganizationChart"/>
    <dgm:cxn modelId="{5BCEB22A-61AA-4FC7-B5EF-123CDD279E51}" type="presParOf" srcId="{6E59CC58-209F-4EA2-BCFA-5C5C48E8EB56}" destId="{9B801FA1-B834-40EA-88CA-472795472E0E}" srcOrd="1" destOrd="0" presId="urn:microsoft.com/office/officeart/2009/3/layout/HorizontalOrganizationChart"/>
    <dgm:cxn modelId="{0A46BAB9-2E3E-4B66-BBD4-DEA48A324C5A}" type="presParOf" srcId="{9B801FA1-B834-40EA-88CA-472795472E0E}" destId="{2C041D16-69F9-4893-B5E2-909757E1D972}" srcOrd="0" destOrd="0" presId="urn:microsoft.com/office/officeart/2009/3/layout/HorizontalOrganizationChart"/>
    <dgm:cxn modelId="{7994C0BF-92EA-4633-82C8-3C0C40B280B1}" type="presParOf" srcId="{9B801FA1-B834-40EA-88CA-472795472E0E}" destId="{BEB8CCDA-FB8B-4538-A5AE-2DD2C992E75D}" srcOrd="1" destOrd="0" presId="urn:microsoft.com/office/officeart/2009/3/layout/HorizontalOrganizationChart"/>
    <dgm:cxn modelId="{E9507F44-E778-4AEE-A709-5C26016D3479}" type="presParOf" srcId="{BEB8CCDA-FB8B-4538-A5AE-2DD2C992E75D}" destId="{DF80A15D-2042-4DE3-A5EB-E1B1638E04BD}" srcOrd="0" destOrd="0" presId="urn:microsoft.com/office/officeart/2009/3/layout/HorizontalOrganizationChart"/>
    <dgm:cxn modelId="{9085B39B-3413-40E1-AD2B-23F1B43EEE5E}" type="presParOf" srcId="{DF80A15D-2042-4DE3-A5EB-E1B1638E04BD}" destId="{45AD050E-A4A0-4132-BAB3-3F5DBF4F2885}" srcOrd="0" destOrd="0" presId="urn:microsoft.com/office/officeart/2009/3/layout/HorizontalOrganizationChart"/>
    <dgm:cxn modelId="{CFCFA2F4-FFB7-42C4-99E6-BACCB6080618}" type="presParOf" srcId="{DF80A15D-2042-4DE3-A5EB-E1B1638E04BD}" destId="{4FA01B47-C410-4163-AC76-69C422E7E293}" srcOrd="1" destOrd="0" presId="urn:microsoft.com/office/officeart/2009/3/layout/HorizontalOrganizationChart"/>
    <dgm:cxn modelId="{52EAE5E0-81DC-4AB3-B3C6-7F632E03E2B0}" type="presParOf" srcId="{BEB8CCDA-FB8B-4538-A5AE-2DD2C992E75D}" destId="{423503DC-3277-40CF-B19D-01D67796A397}" srcOrd="1" destOrd="0" presId="urn:microsoft.com/office/officeart/2009/3/layout/HorizontalOrganizationChart"/>
    <dgm:cxn modelId="{DE2D388C-6B7B-40DC-BA17-C0FB505DA630}" type="presParOf" srcId="{BEB8CCDA-FB8B-4538-A5AE-2DD2C992E75D}" destId="{C590AFE1-D57D-40AB-95BF-37E0F0F41556}" srcOrd="2" destOrd="0" presId="urn:microsoft.com/office/officeart/2009/3/layout/HorizontalOrganizationChart"/>
    <dgm:cxn modelId="{E23A2D0D-D48A-4A34-BFCD-A2DCBDD02389}" type="presParOf" srcId="{9B801FA1-B834-40EA-88CA-472795472E0E}" destId="{8210CFBB-1C67-47C1-9620-A4B45933B7CF}" srcOrd="2" destOrd="0" presId="urn:microsoft.com/office/officeart/2009/3/layout/HorizontalOrganizationChart"/>
    <dgm:cxn modelId="{6438ABB3-16FF-4B0E-939A-412231B1E26C}" type="presParOf" srcId="{9B801FA1-B834-40EA-88CA-472795472E0E}" destId="{5536E018-B260-4997-AB55-24E5A5A7CE26}" srcOrd="3" destOrd="0" presId="urn:microsoft.com/office/officeart/2009/3/layout/HorizontalOrganizationChart"/>
    <dgm:cxn modelId="{1692960A-93C4-42DB-861A-DBB46D2C2777}" type="presParOf" srcId="{5536E018-B260-4997-AB55-24E5A5A7CE26}" destId="{C8703212-D962-4795-BC39-91F30E844FD0}" srcOrd="0" destOrd="0" presId="urn:microsoft.com/office/officeart/2009/3/layout/HorizontalOrganizationChart"/>
    <dgm:cxn modelId="{C5796F58-7BE9-433C-8F69-60643E247680}" type="presParOf" srcId="{C8703212-D962-4795-BC39-91F30E844FD0}" destId="{F1DE9236-69C1-4BD0-A08D-51B2A22933D1}" srcOrd="0" destOrd="0" presId="urn:microsoft.com/office/officeart/2009/3/layout/HorizontalOrganizationChart"/>
    <dgm:cxn modelId="{45F9BD82-3910-42A0-9634-DBCB1808686B}" type="presParOf" srcId="{C8703212-D962-4795-BC39-91F30E844FD0}" destId="{132DB9D8-95B7-4C96-A3CE-A5951F77E4A6}" srcOrd="1" destOrd="0" presId="urn:microsoft.com/office/officeart/2009/3/layout/HorizontalOrganizationChart"/>
    <dgm:cxn modelId="{40C3E1AF-EEF0-4F1A-BEF4-198ADB7990C1}" type="presParOf" srcId="{5536E018-B260-4997-AB55-24E5A5A7CE26}" destId="{8CB70CA3-EF1D-4021-9DE4-EAB93D15E4F5}" srcOrd="1" destOrd="0" presId="urn:microsoft.com/office/officeart/2009/3/layout/HorizontalOrganizationChart"/>
    <dgm:cxn modelId="{C827E1F8-1EF8-467F-9533-CCDD5E7FEFA8}" type="presParOf" srcId="{5536E018-B260-4997-AB55-24E5A5A7CE26}" destId="{7408DB7B-51DB-491E-8939-2BF0F07CFFE2}" srcOrd="2" destOrd="0" presId="urn:microsoft.com/office/officeart/2009/3/layout/HorizontalOrganizationChart"/>
    <dgm:cxn modelId="{5DB83CDD-2484-4149-8FE5-60DD61CF5A58}" type="presParOf" srcId="{9B801FA1-B834-40EA-88CA-472795472E0E}" destId="{1B697D16-8292-4D5D-8BBD-EC02ABFF0967}" srcOrd="4" destOrd="0" presId="urn:microsoft.com/office/officeart/2009/3/layout/HorizontalOrganizationChart"/>
    <dgm:cxn modelId="{AD9E9CBB-18DC-4093-A22A-CAC60288B3B8}" type="presParOf" srcId="{9B801FA1-B834-40EA-88CA-472795472E0E}" destId="{40FCBBA5-6D3E-4885-96C0-4B201C72AD19}" srcOrd="5" destOrd="0" presId="urn:microsoft.com/office/officeart/2009/3/layout/HorizontalOrganizationChart"/>
    <dgm:cxn modelId="{DF11E7BB-D4FC-4F53-BC97-5F32AAC26789}" type="presParOf" srcId="{40FCBBA5-6D3E-4885-96C0-4B201C72AD19}" destId="{472CD96C-C2F8-4B6D-B6F9-7D228122DDE0}" srcOrd="0" destOrd="0" presId="urn:microsoft.com/office/officeart/2009/3/layout/HorizontalOrganizationChart"/>
    <dgm:cxn modelId="{14EE2194-8340-4010-B8C9-D68C3B0723B1}" type="presParOf" srcId="{472CD96C-C2F8-4B6D-B6F9-7D228122DDE0}" destId="{C09F6677-ADF4-463A-91D3-66FC805D13E5}" srcOrd="0" destOrd="0" presId="urn:microsoft.com/office/officeart/2009/3/layout/HorizontalOrganizationChart"/>
    <dgm:cxn modelId="{471859E8-5FE9-4D30-A23C-C16CC21A5D8C}" type="presParOf" srcId="{472CD96C-C2F8-4B6D-B6F9-7D228122DDE0}" destId="{4AC0EC99-75BD-4590-847D-B57F74D47FD4}" srcOrd="1" destOrd="0" presId="urn:microsoft.com/office/officeart/2009/3/layout/HorizontalOrganizationChart"/>
    <dgm:cxn modelId="{77C7D0E7-4A5B-4CA0-9C2A-270818498524}" type="presParOf" srcId="{40FCBBA5-6D3E-4885-96C0-4B201C72AD19}" destId="{B71A2D5C-6BEC-473C-A19C-D468B116BF1C}" srcOrd="1" destOrd="0" presId="urn:microsoft.com/office/officeart/2009/3/layout/HorizontalOrganizationChart"/>
    <dgm:cxn modelId="{FBABB47D-BC0C-49B7-9E41-330BC59E2333}" type="presParOf" srcId="{40FCBBA5-6D3E-4885-96C0-4B201C72AD19}" destId="{A62A556E-42DE-4D12-8AD7-5FC6275E087A}" srcOrd="2" destOrd="0" presId="urn:microsoft.com/office/officeart/2009/3/layout/HorizontalOrganizationChart"/>
    <dgm:cxn modelId="{77A791E7-5C21-48D2-8F37-6D7C739358E8}" type="presParOf" srcId="{6E59CC58-209F-4EA2-BCFA-5C5C48E8EB56}" destId="{0CD1A4CC-6C52-4777-ADCE-7B2091065AE5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C3999F-0E18-4B02-971F-F823F16B6343}">
      <dsp:nvSpPr>
        <dsp:cNvPr id="0" name=""/>
        <dsp:cNvSpPr/>
      </dsp:nvSpPr>
      <dsp:spPr>
        <a:xfrm>
          <a:off x="3734" y="470975"/>
          <a:ext cx="3265183" cy="1306073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346" tIns="50673" rIns="25337" bIns="50673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Condiciones de seguridad</a:t>
          </a:r>
          <a:endParaRPr lang="es-ES" sz="19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734" y="470975"/>
        <a:ext cx="2938665" cy="1306073"/>
      </dsp:txXfrm>
    </dsp:sp>
    <dsp:sp modelId="{CEDA5FDE-9CA2-4A23-B6CD-20BF231D499C}">
      <dsp:nvSpPr>
        <dsp:cNvPr id="0" name=""/>
        <dsp:cNvSpPr/>
      </dsp:nvSpPr>
      <dsp:spPr>
        <a:xfrm>
          <a:off x="2615880" y="470975"/>
          <a:ext cx="3265183" cy="1306073"/>
        </a:xfrm>
        <a:prstGeom prst="chevron">
          <a:avLst/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010" tIns="50673" rIns="25337" bIns="50673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900" kern="1200" dirty="0"/>
            <a:t>- Lugares de trabajo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900" kern="1200" dirty="0"/>
            <a:t>- Equipos de trabajo</a:t>
          </a:r>
          <a:endParaRPr lang="es-ES" sz="1900" kern="1200" dirty="0"/>
        </a:p>
      </dsp:txBody>
      <dsp:txXfrm>
        <a:off x="3268917" y="470975"/>
        <a:ext cx="1959110" cy="1306073"/>
      </dsp:txXfrm>
    </dsp:sp>
    <dsp:sp modelId="{E006608F-CC64-425A-B669-037D767EC0EF}">
      <dsp:nvSpPr>
        <dsp:cNvPr id="0" name=""/>
        <dsp:cNvSpPr/>
      </dsp:nvSpPr>
      <dsp:spPr>
        <a:xfrm>
          <a:off x="5228026" y="470975"/>
          <a:ext cx="3265183" cy="1306073"/>
        </a:xfrm>
        <a:prstGeom prst="chevron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010" tIns="50673" rIns="25337" bIns="50673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900" b="1" i="1" kern="1200" dirty="0"/>
            <a:t>Accidentes de trabajo</a:t>
          </a:r>
          <a:endParaRPr lang="es-ES" sz="1900" b="1" i="1" kern="1200" dirty="0"/>
        </a:p>
      </dsp:txBody>
      <dsp:txXfrm>
        <a:off x="5881063" y="470975"/>
        <a:ext cx="1959110" cy="13060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C3999F-0E18-4B02-971F-F823F16B6343}">
      <dsp:nvSpPr>
        <dsp:cNvPr id="0" name=""/>
        <dsp:cNvSpPr/>
      </dsp:nvSpPr>
      <dsp:spPr>
        <a:xfrm>
          <a:off x="3734" y="470975"/>
          <a:ext cx="3265183" cy="1306073"/>
        </a:xfrm>
        <a:prstGeom prst="homePlat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6012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Condiciones  medioambientales</a:t>
          </a:r>
          <a:endParaRPr lang="es-ES" sz="1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734" y="470975"/>
        <a:ext cx="2938665" cy="1306073"/>
      </dsp:txXfrm>
    </dsp:sp>
    <dsp:sp modelId="{CEDA5FDE-9CA2-4A23-B6CD-20BF231D499C}">
      <dsp:nvSpPr>
        <dsp:cNvPr id="0" name=""/>
        <dsp:cNvSpPr/>
      </dsp:nvSpPr>
      <dsp:spPr>
        <a:xfrm>
          <a:off x="2615880" y="470975"/>
          <a:ext cx="3265183" cy="1306073"/>
        </a:xfrm>
        <a:prstGeom prst="chevron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kern="1200" dirty="0"/>
            <a:t>- Agentes físicos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kern="1200" dirty="0"/>
            <a:t>- Agentes químicos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kern="1200" dirty="0"/>
            <a:t>- Agentes biológicos</a:t>
          </a:r>
          <a:endParaRPr lang="es-ES" sz="1800" kern="1200" dirty="0"/>
        </a:p>
      </dsp:txBody>
      <dsp:txXfrm>
        <a:off x="3268917" y="470975"/>
        <a:ext cx="1959110" cy="1306073"/>
      </dsp:txXfrm>
    </dsp:sp>
    <dsp:sp modelId="{E006608F-CC64-425A-B669-037D767EC0EF}">
      <dsp:nvSpPr>
        <dsp:cNvPr id="0" name=""/>
        <dsp:cNvSpPr/>
      </dsp:nvSpPr>
      <dsp:spPr>
        <a:xfrm>
          <a:off x="5228026" y="470975"/>
          <a:ext cx="3265183" cy="1306073"/>
        </a:xfrm>
        <a:prstGeom prst="chevron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i="1" kern="1200" dirty="0"/>
            <a:t>Enfermedades profesionales</a:t>
          </a:r>
          <a:endParaRPr lang="es-ES" sz="1800" b="1" i="1" kern="1200" dirty="0"/>
        </a:p>
      </dsp:txBody>
      <dsp:txXfrm>
        <a:off x="5881063" y="470975"/>
        <a:ext cx="1959110" cy="13060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C3999F-0E18-4B02-971F-F823F16B6343}">
      <dsp:nvSpPr>
        <dsp:cNvPr id="0" name=""/>
        <dsp:cNvSpPr/>
      </dsp:nvSpPr>
      <dsp:spPr>
        <a:xfrm>
          <a:off x="3734" y="470975"/>
          <a:ext cx="3265183" cy="1306073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6012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Condiciones ergonómicas</a:t>
          </a:r>
          <a:endParaRPr lang="es-ES" sz="1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734" y="470975"/>
        <a:ext cx="2938665" cy="1306073"/>
      </dsp:txXfrm>
    </dsp:sp>
    <dsp:sp modelId="{CEDA5FDE-9CA2-4A23-B6CD-20BF231D499C}">
      <dsp:nvSpPr>
        <dsp:cNvPr id="0" name=""/>
        <dsp:cNvSpPr/>
      </dsp:nvSpPr>
      <dsp:spPr>
        <a:xfrm>
          <a:off x="2615880" y="470975"/>
          <a:ext cx="3265183" cy="1306073"/>
        </a:xfrm>
        <a:prstGeom prst="chevron">
          <a:avLst/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kern="1200" dirty="0"/>
            <a:t>- Carga física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kern="1200" dirty="0"/>
            <a:t>- Carga mental</a:t>
          </a:r>
          <a:endParaRPr lang="es-ES" sz="1800" kern="1200" dirty="0"/>
        </a:p>
      </dsp:txBody>
      <dsp:txXfrm>
        <a:off x="3268917" y="470975"/>
        <a:ext cx="1959110" cy="1306073"/>
      </dsp:txXfrm>
    </dsp:sp>
    <dsp:sp modelId="{E006608F-CC64-425A-B669-037D767EC0EF}">
      <dsp:nvSpPr>
        <dsp:cNvPr id="0" name=""/>
        <dsp:cNvSpPr/>
      </dsp:nvSpPr>
      <dsp:spPr>
        <a:xfrm>
          <a:off x="5228026" y="470975"/>
          <a:ext cx="3265183" cy="1306073"/>
        </a:xfrm>
        <a:prstGeom prst="chevron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i="1" kern="1200" dirty="0"/>
            <a:t>Fatiga física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i="1" kern="1200" dirty="0"/>
            <a:t>Fatiga mental</a:t>
          </a:r>
          <a:endParaRPr lang="es-ES" sz="1800" b="1" i="1" kern="1200" dirty="0"/>
        </a:p>
      </dsp:txBody>
      <dsp:txXfrm>
        <a:off x="5881063" y="470975"/>
        <a:ext cx="1959110" cy="130607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C3999F-0E18-4B02-971F-F823F16B6343}">
      <dsp:nvSpPr>
        <dsp:cNvPr id="0" name=""/>
        <dsp:cNvSpPr/>
      </dsp:nvSpPr>
      <dsp:spPr>
        <a:xfrm>
          <a:off x="3734" y="470975"/>
          <a:ext cx="3265183" cy="1306073"/>
        </a:xfrm>
        <a:prstGeom prst="homePlat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Condiciones psicosociales</a:t>
          </a:r>
          <a:endParaRPr lang="es-ES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734" y="470975"/>
        <a:ext cx="2938665" cy="1306073"/>
      </dsp:txXfrm>
    </dsp:sp>
    <dsp:sp modelId="{CEDA5FDE-9CA2-4A23-B6CD-20BF231D499C}">
      <dsp:nvSpPr>
        <dsp:cNvPr id="0" name=""/>
        <dsp:cNvSpPr/>
      </dsp:nvSpPr>
      <dsp:spPr>
        <a:xfrm>
          <a:off x="2615880" y="470975"/>
          <a:ext cx="3265183" cy="1306073"/>
        </a:xfrm>
        <a:prstGeom prst="chevron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kern="1200" dirty="0"/>
            <a:t>- Organización del trabajo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kern="1200" dirty="0"/>
            <a:t>- Características personales</a:t>
          </a:r>
          <a:endParaRPr lang="es-ES" sz="1600" kern="1200" dirty="0"/>
        </a:p>
      </dsp:txBody>
      <dsp:txXfrm>
        <a:off x="3268917" y="470975"/>
        <a:ext cx="1959110" cy="1306073"/>
      </dsp:txXfrm>
    </dsp:sp>
    <dsp:sp modelId="{E006608F-CC64-425A-B669-037D767EC0EF}">
      <dsp:nvSpPr>
        <dsp:cNvPr id="0" name=""/>
        <dsp:cNvSpPr/>
      </dsp:nvSpPr>
      <dsp:spPr>
        <a:xfrm>
          <a:off x="5228026" y="470975"/>
          <a:ext cx="3265183" cy="1306073"/>
        </a:xfrm>
        <a:prstGeom prst="chevron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008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i="1" kern="1200" dirty="0"/>
            <a:t>Insatisfacción laboral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i="1" kern="1200" dirty="0"/>
            <a:t>Estrés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i="1" kern="1200" dirty="0" err="1"/>
            <a:t>Mobbing</a:t>
          </a:r>
          <a:endParaRPr lang="es-ES_tradnl" sz="1600" b="1" i="1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i="1" kern="1200" dirty="0" err="1"/>
            <a:t>Burnout</a:t>
          </a:r>
          <a:endParaRPr lang="es-ES" sz="1600" b="1" i="1" kern="1200" dirty="0"/>
        </a:p>
      </dsp:txBody>
      <dsp:txXfrm>
        <a:off x="5881063" y="470975"/>
        <a:ext cx="1959110" cy="130607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5A9CF7-924B-4D66-A0D7-7FEDF67B5D33}">
      <dsp:nvSpPr>
        <dsp:cNvPr id="0" name=""/>
        <dsp:cNvSpPr/>
      </dsp:nvSpPr>
      <dsp:spPr>
        <a:xfrm>
          <a:off x="3185094" y="2096120"/>
          <a:ext cx="454001" cy="14641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7000" y="0"/>
              </a:lnTo>
              <a:lnTo>
                <a:pt x="227000" y="1464156"/>
              </a:lnTo>
              <a:lnTo>
                <a:pt x="454001" y="1464156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697D16-8292-4D5D-8BBD-EC02ABFF0967}">
      <dsp:nvSpPr>
        <dsp:cNvPr id="0" name=""/>
        <dsp:cNvSpPr/>
      </dsp:nvSpPr>
      <dsp:spPr>
        <a:xfrm>
          <a:off x="3185094" y="2096120"/>
          <a:ext cx="454001" cy="2028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7000" y="0"/>
              </a:lnTo>
              <a:lnTo>
                <a:pt x="227000" y="202819"/>
              </a:lnTo>
              <a:lnTo>
                <a:pt x="454001" y="202819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10CFBB-1C67-47C1-9620-A4B45933B7CF}">
      <dsp:nvSpPr>
        <dsp:cNvPr id="0" name=""/>
        <dsp:cNvSpPr/>
      </dsp:nvSpPr>
      <dsp:spPr>
        <a:xfrm>
          <a:off x="3185094" y="1322835"/>
          <a:ext cx="454001" cy="773284"/>
        </a:xfrm>
        <a:custGeom>
          <a:avLst/>
          <a:gdLst/>
          <a:ahLst/>
          <a:cxnLst/>
          <a:rect l="0" t="0" r="0" b="0"/>
          <a:pathLst>
            <a:path>
              <a:moveTo>
                <a:pt x="0" y="773284"/>
              </a:moveTo>
              <a:lnTo>
                <a:pt x="227000" y="773284"/>
              </a:lnTo>
              <a:lnTo>
                <a:pt x="227000" y="0"/>
              </a:lnTo>
              <a:lnTo>
                <a:pt x="454001" y="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041D16-69F9-4893-B5E2-909757E1D972}">
      <dsp:nvSpPr>
        <dsp:cNvPr id="0" name=""/>
        <dsp:cNvSpPr/>
      </dsp:nvSpPr>
      <dsp:spPr>
        <a:xfrm>
          <a:off x="3185094" y="346731"/>
          <a:ext cx="454001" cy="1749388"/>
        </a:xfrm>
        <a:custGeom>
          <a:avLst/>
          <a:gdLst/>
          <a:ahLst/>
          <a:cxnLst/>
          <a:rect l="0" t="0" r="0" b="0"/>
          <a:pathLst>
            <a:path>
              <a:moveTo>
                <a:pt x="0" y="1749388"/>
              </a:moveTo>
              <a:lnTo>
                <a:pt x="227000" y="1749388"/>
              </a:lnTo>
              <a:lnTo>
                <a:pt x="227000" y="0"/>
              </a:lnTo>
              <a:lnTo>
                <a:pt x="454001" y="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E9DA0D-8063-40DE-BB5E-6AC946BB37D4}">
      <dsp:nvSpPr>
        <dsp:cNvPr id="0" name=""/>
        <dsp:cNvSpPr/>
      </dsp:nvSpPr>
      <dsp:spPr>
        <a:xfrm>
          <a:off x="915084" y="1749943"/>
          <a:ext cx="2270009" cy="6923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/>
            <a:t>Riesgos derivados de las condiciones de seguridad</a:t>
          </a:r>
          <a:endParaRPr lang="es-ES" sz="1600" b="1" kern="1200" dirty="0"/>
        </a:p>
      </dsp:txBody>
      <dsp:txXfrm>
        <a:off x="915084" y="1749943"/>
        <a:ext cx="2270009" cy="692352"/>
      </dsp:txXfrm>
    </dsp:sp>
    <dsp:sp modelId="{45AD050E-A4A0-4132-BAB3-3F5DBF4F2885}">
      <dsp:nvSpPr>
        <dsp:cNvPr id="0" name=""/>
        <dsp:cNvSpPr/>
      </dsp:nvSpPr>
      <dsp:spPr>
        <a:xfrm>
          <a:off x="3639095" y="555"/>
          <a:ext cx="2270009" cy="69235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/>
            <a:t>Lugares de trabajo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i="1" kern="1200" dirty="0"/>
            <a:t>RD 486/1997</a:t>
          </a:r>
        </a:p>
      </dsp:txBody>
      <dsp:txXfrm>
        <a:off x="3639095" y="555"/>
        <a:ext cx="2270009" cy="692352"/>
      </dsp:txXfrm>
    </dsp:sp>
    <dsp:sp modelId="{F1DE9236-69C1-4BD0-A08D-51B2A22933D1}">
      <dsp:nvSpPr>
        <dsp:cNvPr id="0" name=""/>
        <dsp:cNvSpPr/>
      </dsp:nvSpPr>
      <dsp:spPr>
        <a:xfrm>
          <a:off x="3639095" y="976659"/>
          <a:ext cx="2270009" cy="69235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/>
            <a:t>Máquinas y herramientas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i="1" kern="1200" dirty="0"/>
            <a:t>RD 1215/1997</a:t>
          </a:r>
        </a:p>
      </dsp:txBody>
      <dsp:txXfrm>
        <a:off x="3639095" y="976659"/>
        <a:ext cx="2270009" cy="692352"/>
      </dsp:txXfrm>
    </dsp:sp>
    <dsp:sp modelId="{C09F6677-ADF4-463A-91D3-66FC805D13E5}">
      <dsp:nvSpPr>
        <dsp:cNvPr id="0" name=""/>
        <dsp:cNvSpPr/>
      </dsp:nvSpPr>
      <dsp:spPr>
        <a:xfrm>
          <a:off x="3639095" y="1952763"/>
          <a:ext cx="2270009" cy="69235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/>
            <a:t>Riesgo eléctrico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i="1" kern="1200" dirty="0"/>
            <a:t>RD 614/2001</a:t>
          </a:r>
        </a:p>
      </dsp:txBody>
      <dsp:txXfrm>
        <a:off x="3639095" y="1952763"/>
        <a:ext cx="2270009" cy="692352"/>
      </dsp:txXfrm>
    </dsp:sp>
    <dsp:sp modelId="{2DBA5729-92DD-4438-B9C0-CE16A0EDE832}">
      <dsp:nvSpPr>
        <dsp:cNvPr id="0" name=""/>
        <dsp:cNvSpPr/>
      </dsp:nvSpPr>
      <dsp:spPr>
        <a:xfrm>
          <a:off x="3639095" y="2928867"/>
          <a:ext cx="2270009" cy="126281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/>
            <a:t>Riesgo de incendio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i="1" kern="1200" dirty="0"/>
            <a:t>RD 513/2017 Y RD 164/2025</a:t>
          </a:r>
        </a:p>
      </dsp:txBody>
      <dsp:txXfrm>
        <a:off x="3639095" y="2928867"/>
        <a:ext cx="2270009" cy="126281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0479CC-B8D2-4236-A7E2-0BAC7377A6C7}">
      <dsp:nvSpPr>
        <dsp:cNvPr id="0" name=""/>
        <dsp:cNvSpPr/>
      </dsp:nvSpPr>
      <dsp:spPr>
        <a:xfrm>
          <a:off x="4316" y="225895"/>
          <a:ext cx="2208053" cy="35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45720" rIns="128016" bIns="4572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kern="1200" dirty="0"/>
            <a:t>Estructuras y suelos</a:t>
          </a:r>
          <a:endParaRPr lang="es-ES" sz="1800" b="1" kern="1200" dirty="0"/>
        </a:p>
      </dsp:txBody>
      <dsp:txXfrm>
        <a:off x="4316" y="225895"/>
        <a:ext cx="2208053" cy="356400"/>
      </dsp:txXfrm>
    </dsp:sp>
    <dsp:sp modelId="{25EA78B4-829E-41A2-AA79-40035CEB0FB4}">
      <dsp:nvSpPr>
        <dsp:cNvPr id="0" name=""/>
        <dsp:cNvSpPr/>
      </dsp:nvSpPr>
      <dsp:spPr>
        <a:xfrm>
          <a:off x="2212370" y="58832"/>
          <a:ext cx="441610" cy="690525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8E5D45-DEEE-4E97-8D7B-1F3A0814BD21}">
      <dsp:nvSpPr>
        <dsp:cNvPr id="0" name=""/>
        <dsp:cNvSpPr/>
      </dsp:nvSpPr>
      <dsp:spPr>
        <a:xfrm>
          <a:off x="2830625" y="58832"/>
          <a:ext cx="6005905" cy="6905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/>
            <a:t>Deben ser sólidas y soportar cargas</a:t>
          </a:r>
          <a:endParaRPr lang="es-E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/>
            <a:t>Estables, no resbaladizos, sin pendientes ni rampas excesivas</a:t>
          </a:r>
          <a:endParaRPr lang="es-ES" sz="1800" kern="1200" dirty="0"/>
        </a:p>
      </dsp:txBody>
      <dsp:txXfrm>
        <a:off x="2830625" y="58832"/>
        <a:ext cx="6005905" cy="690525"/>
      </dsp:txXfrm>
    </dsp:sp>
    <dsp:sp modelId="{14AC72FD-1696-4EDA-855E-FBCAFF3AB3C2}">
      <dsp:nvSpPr>
        <dsp:cNvPr id="0" name=""/>
        <dsp:cNvSpPr/>
      </dsp:nvSpPr>
      <dsp:spPr>
        <a:xfrm>
          <a:off x="4316" y="958945"/>
          <a:ext cx="2208053" cy="35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45720" rIns="128016" bIns="4572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kern="1200" dirty="0"/>
            <a:t>Espacios de trabajo</a:t>
          </a:r>
          <a:endParaRPr lang="es-ES" sz="1800" b="1" kern="1200" dirty="0"/>
        </a:p>
      </dsp:txBody>
      <dsp:txXfrm>
        <a:off x="4316" y="958945"/>
        <a:ext cx="2208053" cy="356400"/>
      </dsp:txXfrm>
    </dsp:sp>
    <dsp:sp modelId="{C52525CE-64E4-4632-98D2-B60236E69ADA}">
      <dsp:nvSpPr>
        <dsp:cNvPr id="0" name=""/>
        <dsp:cNvSpPr/>
      </dsp:nvSpPr>
      <dsp:spPr>
        <a:xfrm>
          <a:off x="2212370" y="814157"/>
          <a:ext cx="441610" cy="645975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23A715-E77A-4DAB-82B0-A39ED48C0237}">
      <dsp:nvSpPr>
        <dsp:cNvPr id="0" name=""/>
        <dsp:cNvSpPr/>
      </dsp:nvSpPr>
      <dsp:spPr>
        <a:xfrm>
          <a:off x="2830625" y="814157"/>
          <a:ext cx="6005905" cy="6459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/>
            <a:t>Mín.: 3 m de altura, 2 m</a:t>
          </a:r>
          <a:r>
            <a:rPr lang="es-ES_tradnl" sz="1800" kern="1200" baseline="30000" dirty="0"/>
            <a:t>2/</a:t>
          </a:r>
          <a:r>
            <a:rPr lang="es-ES_tradnl" sz="1800" kern="1200" baseline="0" dirty="0"/>
            <a:t> trabajador, y 10</a:t>
          </a:r>
          <a:r>
            <a:rPr lang="es-ES_tradnl" sz="1800" kern="1200" dirty="0"/>
            <a:t>m</a:t>
          </a:r>
          <a:r>
            <a:rPr lang="es-ES_tradnl" sz="1800" kern="1200" baseline="30000" dirty="0"/>
            <a:t>3</a:t>
          </a:r>
          <a:r>
            <a:rPr lang="es-ES_tradnl" sz="1800" kern="1200" baseline="0" dirty="0"/>
            <a:t> volumen por trabajador</a:t>
          </a:r>
          <a:endParaRPr lang="es-ES" sz="1800" kern="1200" dirty="0"/>
        </a:p>
      </dsp:txBody>
      <dsp:txXfrm>
        <a:off x="2830625" y="814157"/>
        <a:ext cx="6005905" cy="645975"/>
      </dsp:txXfrm>
    </dsp:sp>
    <dsp:sp modelId="{1B0F77D2-1C7D-4694-917B-92420EF68141}">
      <dsp:nvSpPr>
        <dsp:cNvPr id="0" name=""/>
        <dsp:cNvSpPr/>
      </dsp:nvSpPr>
      <dsp:spPr>
        <a:xfrm>
          <a:off x="4316" y="1541638"/>
          <a:ext cx="2208053" cy="35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45720" rIns="128016" bIns="4572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kern="1200" dirty="0"/>
            <a:t>Barandillas</a:t>
          </a:r>
          <a:endParaRPr lang="es-ES" sz="1800" b="1" kern="1200" dirty="0"/>
        </a:p>
      </dsp:txBody>
      <dsp:txXfrm>
        <a:off x="4316" y="1541638"/>
        <a:ext cx="2208053" cy="356400"/>
      </dsp:txXfrm>
    </dsp:sp>
    <dsp:sp modelId="{F686B2AF-FFFF-41FE-828B-4DA943258934}">
      <dsp:nvSpPr>
        <dsp:cNvPr id="0" name=""/>
        <dsp:cNvSpPr/>
      </dsp:nvSpPr>
      <dsp:spPr>
        <a:xfrm>
          <a:off x="2212370" y="1524932"/>
          <a:ext cx="441610" cy="389812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1F0E83-B3E0-4A24-AD27-99B42F5C25C2}">
      <dsp:nvSpPr>
        <dsp:cNvPr id="0" name=""/>
        <dsp:cNvSpPr/>
      </dsp:nvSpPr>
      <dsp:spPr>
        <a:xfrm>
          <a:off x="2830625" y="1524932"/>
          <a:ext cx="6005905" cy="3898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/>
            <a:t>Altura mín. 90 cm con protección inferior par impedir el paso</a:t>
          </a:r>
          <a:endParaRPr lang="es-ES" sz="1800" kern="1200" dirty="0"/>
        </a:p>
      </dsp:txBody>
      <dsp:txXfrm>
        <a:off x="2830625" y="1524932"/>
        <a:ext cx="6005905" cy="389812"/>
      </dsp:txXfrm>
    </dsp:sp>
    <dsp:sp modelId="{C95BBA2E-2AA2-42EF-8410-E116C65ADE2D}">
      <dsp:nvSpPr>
        <dsp:cNvPr id="0" name=""/>
        <dsp:cNvSpPr/>
      </dsp:nvSpPr>
      <dsp:spPr>
        <a:xfrm>
          <a:off x="4316" y="2026531"/>
          <a:ext cx="2208053" cy="6014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45720" rIns="128016" bIns="4572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kern="1200" dirty="0"/>
            <a:t>Escaleras y vías de circulación</a:t>
          </a:r>
          <a:endParaRPr lang="es-ES" sz="1800" b="1" kern="1200" dirty="0"/>
        </a:p>
      </dsp:txBody>
      <dsp:txXfrm>
        <a:off x="4316" y="2026531"/>
        <a:ext cx="2208053" cy="601425"/>
      </dsp:txXfrm>
    </dsp:sp>
    <dsp:sp modelId="{A003C707-B0A8-457D-94C9-54CC7F025B49}">
      <dsp:nvSpPr>
        <dsp:cNvPr id="0" name=""/>
        <dsp:cNvSpPr/>
      </dsp:nvSpPr>
      <dsp:spPr>
        <a:xfrm>
          <a:off x="2212370" y="1979545"/>
          <a:ext cx="441610" cy="695397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FD55A6-1012-45E6-88C3-9915C6FCEBF4}">
      <dsp:nvSpPr>
        <dsp:cNvPr id="0" name=""/>
        <dsp:cNvSpPr/>
      </dsp:nvSpPr>
      <dsp:spPr>
        <a:xfrm>
          <a:off x="2830625" y="1979545"/>
          <a:ext cx="6005905" cy="6953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/>
            <a:t>Escaleras: anchura mín. 1m</a:t>
          </a:r>
          <a:endParaRPr lang="es-E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/>
            <a:t>Puertas: anchura mín. 80 cm y pasillos de 1m</a:t>
          </a:r>
          <a:endParaRPr lang="es-ES" sz="1800" kern="1200" dirty="0"/>
        </a:p>
      </dsp:txBody>
      <dsp:txXfrm>
        <a:off x="2830625" y="1979545"/>
        <a:ext cx="6005905" cy="695397"/>
      </dsp:txXfrm>
    </dsp:sp>
    <dsp:sp modelId="{DD4823A7-A53F-4021-8414-EBC1772FE12C}">
      <dsp:nvSpPr>
        <dsp:cNvPr id="0" name=""/>
        <dsp:cNvSpPr/>
      </dsp:nvSpPr>
      <dsp:spPr>
        <a:xfrm>
          <a:off x="4316" y="2767934"/>
          <a:ext cx="2208053" cy="6014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45720" rIns="128016" bIns="4572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kern="1200" dirty="0"/>
            <a:t>Salidas de evacuación</a:t>
          </a:r>
          <a:endParaRPr lang="es-ES" sz="1800" b="1" kern="1200" dirty="0"/>
        </a:p>
      </dsp:txBody>
      <dsp:txXfrm>
        <a:off x="4316" y="2767934"/>
        <a:ext cx="2208053" cy="601425"/>
      </dsp:txXfrm>
    </dsp:sp>
    <dsp:sp modelId="{9E11A470-A30B-450E-8129-676C8153CF49}">
      <dsp:nvSpPr>
        <dsp:cNvPr id="0" name=""/>
        <dsp:cNvSpPr/>
      </dsp:nvSpPr>
      <dsp:spPr>
        <a:xfrm>
          <a:off x="2212370" y="2739742"/>
          <a:ext cx="441610" cy="657808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752C0E-8C27-41FA-91E3-83F83CB5CEDA}">
      <dsp:nvSpPr>
        <dsp:cNvPr id="0" name=""/>
        <dsp:cNvSpPr/>
      </dsp:nvSpPr>
      <dsp:spPr>
        <a:xfrm>
          <a:off x="2830625" y="2739742"/>
          <a:ext cx="6005905" cy="65780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/>
            <a:t>Despejadas, señalizadas, con iluminación de seguridad y puertas que se puedan abrir hacia fuera.</a:t>
          </a:r>
          <a:endParaRPr lang="es-ES" sz="1800" kern="1200" dirty="0"/>
        </a:p>
      </dsp:txBody>
      <dsp:txXfrm>
        <a:off x="2830625" y="2739742"/>
        <a:ext cx="6005905" cy="65780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5BBA2E-2AA2-42EF-8410-E116C65ADE2D}">
      <dsp:nvSpPr>
        <dsp:cNvPr id="0" name=""/>
        <dsp:cNvSpPr/>
      </dsp:nvSpPr>
      <dsp:spPr>
        <a:xfrm>
          <a:off x="0" y="19075"/>
          <a:ext cx="2210212" cy="930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45720" rIns="128016" bIns="4572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kern="1200" dirty="0"/>
            <a:t>Contacto directo</a:t>
          </a:r>
          <a:endParaRPr lang="es-ES" sz="1800" b="1" kern="1200" dirty="0"/>
        </a:p>
      </dsp:txBody>
      <dsp:txXfrm>
        <a:off x="0" y="19075"/>
        <a:ext cx="2210212" cy="930600"/>
      </dsp:txXfrm>
    </dsp:sp>
    <dsp:sp modelId="{A003C707-B0A8-457D-94C9-54CC7F025B49}">
      <dsp:nvSpPr>
        <dsp:cNvPr id="0" name=""/>
        <dsp:cNvSpPr/>
      </dsp:nvSpPr>
      <dsp:spPr>
        <a:xfrm>
          <a:off x="2210211" y="19075"/>
          <a:ext cx="442042" cy="930600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FD55A6-1012-45E6-88C3-9915C6FCEBF4}">
      <dsp:nvSpPr>
        <dsp:cNvPr id="0" name=""/>
        <dsp:cNvSpPr/>
      </dsp:nvSpPr>
      <dsp:spPr>
        <a:xfrm>
          <a:off x="2829071" y="19075"/>
          <a:ext cx="6011776" cy="930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/>
            <a:t>Cuando se tocan partes activas de la red que están en tensión </a:t>
          </a:r>
          <a:endParaRPr lang="es-ES" sz="1800" kern="1200" dirty="0"/>
        </a:p>
      </dsp:txBody>
      <dsp:txXfrm>
        <a:off x="2829071" y="19075"/>
        <a:ext cx="6011776" cy="930600"/>
      </dsp:txXfrm>
    </dsp:sp>
    <dsp:sp modelId="{DD4823A7-A53F-4021-8414-EBC1772FE12C}">
      <dsp:nvSpPr>
        <dsp:cNvPr id="0" name=""/>
        <dsp:cNvSpPr/>
      </dsp:nvSpPr>
      <dsp:spPr>
        <a:xfrm>
          <a:off x="0" y="1118875"/>
          <a:ext cx="2210212" cy="930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45720" rIns="128016" bIns="4572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kern="1200" dirty="0"/>
            <a:t>Contacto indirecto</a:t>
          </a:r>
          <a:endParaRPr lang="es-ES" sz="1800" b="1" kern="1200" dirty="0"/>
        </a:p>
      </dsp:txBody>
      <dsp:txXfrm>
        <a:off x="0" y="1118875"/>
        <a:ext cx="2210212" cy="930600"/>
      </dsp:txXfrm>
    </dsp:sp>
    <dsp:sp modelId="{9E11A470-A30B-450E-8129-676C8153CF49}">
      <dsp:nvSpPr>
        <dsp:cNvPr id="0" name=""/>
        <dsp:cNvSpPr/>
      </dsp:nvSpPr>
      <dsp:spPr>
        <a:xfrm>
          <a:off x="2210211" y="1118875"/>
          <a:ext cx="442042" cy="930600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752C0E-8C27-41FA-91E3-83F83CB5CEDA}">
      <dsp:nvSpPr>
        <dsp:cNvPr id="0" name=""/>
        <dsp:cNvSpPr/>
      </dsp:nvSpPr>
      <dsp:spPr>
        <a:xfrm>
          <a:off x="2829071" y="1118875"/>
          <a:ext cx="6011776" cy="930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/>
            <a:t>Cuando se toca un dispositivo que normalmente no conduce la electricidad pero sí que por algún fallo la conduce</a:t>
          </a:r>
          <a:endParaRPr lang="es-ES" sz="1800" kern="1200" dirty="0"/>
        </a:p>
      </dsp:txBody>
      <dsp:txXfrm>
        <a:off x="2829071" y="1118875"/>
        <a:ext cx="6011776" cy="930600"/>
      </dsp:txXfrm>
    </dsp:sp>
    <dsp:sp modelId="{36FF16BC-B09B-407B-AF54-4BCD62A47BA2}">
      <dsp:nvSpPr>
        <dsp:cNvPr id="0" name=""/>
        <dsp:cNvSpPr/>
      </dsp:nvSpPr>
      <dsp:spPr>
        <a:xfrm>
          <a:off x="0" y="2218676"/>
          <a:ext cx="2210212" cy="930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45720" rIns="128016" bIns="4572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kern="1200" dirty="0"/>
            <a:t>Contacto de alta tensión</a:t>
          </a:r>
          <a:endParaRPr lang="es-ES" sz="1800" b="1" kern="1200" dirty="0"/>
        </a:p>
      </dsp:txBody>
      <dsp:txXfrm>
        <a:off x="0" y="2218676"/>
        <a:ext cx="2210212" cy="930600"/>
      </dsp:txXfrm>
    </dsp:sp>
    <dsp:sp modelId="{2AB7B940-0664-4E57-828B-BDDAB46613F7}">
      <dsp:nvSpPr>
        <dsp:cNvPr id="0" name=""/>
        <dsp:cNvSpPr/>
      </dsp:nvSpPr>
      <dsp:spPr>
        <a:xfrm>
          <a:off x="2210211" y="2218676"/>
          <a:ext cx="442042" cy="930600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50AECA-6D7E-4A6B-8B86-33FBC42D5C24}">
      <dsp:nvSpPr>
        <dsp:cNvPr id="0" name=""/>
        <dsp:cNvSpPr/>
      </dsp:nvSpPr>
      <dsp:spPr>
        <a:xfrm>
          <a:off x="2829071" y="2218676"/>
          <a:ext cx="6011776" cy="930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/>
            <a:t>Por acercamiento a dispositivos de más de 1.000 voltios. Descarga a través del aire. </a:t>
          </a:r>
          <a:endParaRPr lang="es-ES" sz="1800" kern="1200" dirty="0"/>
        </a:p>
      </dsp:txBody>
      <dsp:txXfrm>
        <a:off x="2829071" y="2218676"/>
        <a:ext cx="6011776" cy="9306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697D16-8292-4D5D-8BBD-EC02ABFF0967}">
      <dsp:nvSpPr>
        <dsp:cNvPr id="0" name=""/>
        <dsp:cNvSpPr/>
      </dsp:nvSpPr>
      <dsp:spPr>
        <a:xfrm>
          <a:off x="3102207" y="2096120"/>
          <a:ext cx="619775" cy="13325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09887" y="0"/>
              </a:lnTo>
              <a:lnTo>
                <a:pt x="309887" y="1332516"/>
              </a:lnTo>
              <a:lnTo>
                <a:pt x="619775" y="1332516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10CFBB-1C67-47C1-9620-A4B45933B7CF}">
      <dsp:nvSpPr>
        <dsp:cNvPr id="0" name=""/>
        <dsp:cNvSpPr/>
      </dsp:nvSpPr>
      <dsp:spPr>
        <a:xfrm>
          <a:off x="3102207" y="2050400"/>
          <a:ext cx="6197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19775" y="4572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041D16-69F9-4893-B5E2-909757E1D972}">
      <dsp:nvSpPr>
        <dsp:cNvPr id="0" name=""/>
        <dsp:cNvSpPr/>
      </dsp:nvSpPr>
      <dsp:spPr>
        <a:xfrm>
          <a:off x="3102207" y="763603"/>
          <a:ext cx="619775" cy="1332516"/>
        </a:xfrm>
        <a:custGeom>
          <a:avLst/>
          <a:gdLst/>
          <a:ahLst/>
          <a:cxnLst/>
          <a:rect l="0" t="0" r="0" b="0"/>
          <a:pathLst>
            <a:path>
              <a:moveTo>
                <a:pt x="0" y="1332516"/>
              </a:moveTo>
              <a:lnTo>
                <a:pt x="309887" y="1332516"/>
              </a:lnTo>
              <a:lnTo>
                <a:pt x="309887" y="0"/>
              </a:lnTo>
              <a:lnTo>
                <a:pt x="619775" y="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E9DA0D-8063-40DE-BB5E-6AC946BB37D4}">
      <dsp:nvSpPr>
        <dsp:cNvPr id="0" name=""/>
        <dsp:cNvSpPr/>
      </dsp:nvSpPr>
      <dsp:spPr>
        <a:xfrm>
          <a:off x="3332" y="1623541"/>
          <a:ext cx="3098875" cy="9451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100" b="1" kern="1200" dirty="0"/>
            <a:t>Riesgos derivados de las condiciones medioambientales</a:t>
          </a:r>
          <a:endParaRPr lang="es-ES" sz="2100" b="1" kern="1200" dirty="0"/>
        </a:p>
      </dsp:txBody>
      <dsp:txXfrm>
        <a:off x="3332" y="1623541"/>
        <a:ext cx="3098875" cy="945156"/>
      </dsp:txXfrm>
    </dsp:sp>
    <dsp:sp modelId="{45AD050E-A4A0-4132-BAB3-3F5DBF4F2885}">
      <dsp:nvSpPr>
        <dsp:cNvPr id="0" name=""/>
        <dsp:cNvSpPr/>
      </dsp:nvSpPr>
      <dsp:spPr>
        <a:xfrm>
          <a:off x="3721982" y="291025"/>
          <a:ext cx="3098875" cy="94515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100" b="1" kern="1200" dirty="0"/>
            <a:t>Agentes físicos</a:t>
          </a:r>
          <a:endParaRPr lang="es-ES" sz="2100" b="1" kern="1200" dirty="0"/>
        </a:p>
      </dsp:txBody>
      <dsp:txXfrm>
        <a:off x="3721982" y="291025"/>
        <a:ext cx="3098875" cy="945156"/>
      </dsp:txXfrm>
    </dsp:sp>
    <dsp:sp modelId="{F1DE9236-69C1-4BD0-A08D-51B2A22933D1}">
      <dsp:nvSpPr>
        <dsp:cNvPr id="0" name=""/>
        <dsp:cNvSpPr/>
      </dsp:nvSpPr>
      <dsp:spPr>
        <a:xfrm>
          <a:off x="3721982" y="1623541"/>
          <a:ext cx="3098875" cy="94515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100" b="1" kern="1200" dirty="0"/>
            <a:t>Agentes químicos</a:t>
          </a:r>
          <a:endParaRPr lang="es-ES" sz="2100" b="1" kern="1200" dirty="0"/>
        </a:p>
      </dsp:txBody>
      <dsp:txXfrm>
        <a:off x="3721982" y="1623541"/>
        <a:ext cx="3098875" cy="945156"/>
      </dsp:txXfrm>
    </dsp:sp>
    <dsp:sp modelId="{C09F6677-ADF4-463A-91D3-66FC805D13E5}">
      <dsp:nvSpPr>
        <dsp:cNvPr id="0" name=""/>
        <dsp:cNvSpPr/>
      </dsp:nvSpPr>
      <dsp:spPr>
        <a:xfrm>
          <a:off x="3721982" y="2956057"/>
          <a:ext cx="3098875" cy="94515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100" b="1" kern="1200" dirty="0"/>
            <a:t>Agentes biológicos</a:t>
          </a:r>
        </a:p>
      </dsp:txBody>
      <dsp:txXfrm>
        <a:off x="3721982" y="2956057"/>
        <a:ext cx="3098875" cy="9451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diagrams.loki3.com/BracketList+Icon#1">
  <dgm:title val="Lista de llaves verticales"/>
  <dgm:desc val="Se usa para mostrar bloques de información agrupados. Funciona bien con gran cantidad de texto de nivel 2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diagrams.loki3.com/BracketList+Icon#2">
  <dgm:title val="Lista de llaves verticales"/>
  <dgm:desc val="Se usa para mostrar bloques de información agrupados. Funciona bien con gran cantidad de texto de nivel 2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E4E2B-65D4-4D33-83AE-A5EA535FE91A}" type="datetimeFigureOut">
              <a:rPr lang="es-ES" smtClean="0"/>
              <a:t>20/10/2026</a:t>
            </a:fld>
            <a:endParaRPr lang="es-ES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8CA4C-A49C-45E2-BE04-B4EF3838BE1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04342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8CA4C-A49C-45E2-BE04-B4EF3838BE13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73542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8CA4C-A49C-45E2-BE04-B4EF3838BE13}" type="slidenum">
              <a:rPr lang="es-ES" smtClean="0"/>
              <a:t>28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05166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8CA4C-A49C-45E2-BE04-B4EF3838BE13}" type="slidenum">
              <a:rPr lang="es-ES" smtClean="0"/>
              <a:t>29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05166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8CA4C-A49C-45E2-BE04-B4EF3838BE13}" type="slidenum">
              <a:rPr lang="es-ES" smtClean="0"/>
              <a:t>30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0516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92216-3B5A-48B6-B9E5-989B0A558A73}" type="datetime1">
              <a:rPr lang="es-ES" smtClean="0"/>
              <a:t>20/10/2026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M.B.E.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0608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B1F9B-BBA3-4244-91C2-6FFBAC6AFCA8}" type="datetime1">
              <a:rPr lang="es-ES" smtClean="0"/>
              <a:t>20/10/2026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M.B.E.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3182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E45B-77F0-4D4E-AEE8-092E85ECDDBB}" type="datetime1">
              <a:rPr lang="es-ES" smtClean="0"/>
              <a:t>20/10/2026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M.B.E.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74523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7913-E1AB-4C61-9FD2-6979062E8BFD}" type="datetime1">
              <a:rPr lang="es-ES" smtClean="0"/>
              <a:t>20/10/2026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M.B.E.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15318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802F-1EBA-498A-BC2B-525F05C7CA10}" type="datetime1">
              <a:rPr lang="es-ES" smtClean="0"/>
              <a:t>20/10/2026</a:t>
            </a:fld>
            <a:endParaRPr lang="es-ES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M.B.E.</a:t>
            </a: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11150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4862-04C0-4C3F-BA3B-A319721EC829}" type="datetime1">
              <a:rPr lang="es-ES" smtClean="0"/>
              <a:t>20/10/2026</a:t>
            </a:fld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M.B.E.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27166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D479-0467-41FB-B559-0C59942C84FB}" type="datetime1">
              <a:rPr lang="es-ES" smtClean="0"/>
              <a:t>20/10/2026</a:t>
            </a:fld>
            <a:endParaRPr lang="es-ES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M.B.E.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40254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8193C-88BA-40D2-BEAD-3776E8A6F5B7}" type="datetime1">
              <a:rPr lang="es-ES" smtClean="0"/>
              <a:t>20/10/2026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M.B.E.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19760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AA35B-299A-4AC6-97C8-0624A440F61B}" type="datetime1">
              <a:rPr lang="es-ES" smtClean="0"/>
              <a:t>20/10/2026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M.B.E.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5544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12CA2-690F-4F5A-BDDC-BD5487C11BED}" type="datetime1">
              <a:rPr lang="es-ES" smtClean="0"/>
              <a:t>20/10/2026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M.B.E.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43585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C64E-3D99-40ED-A0BE-213195A42E87}" type="datetime1">
              <a:rPr lang="es-ES" smtClean="0"/>
              <a:t>20/10/2026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M.B.E.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70909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BE9AB-F773-4A1D-934E-2C3E337DFB10}" type="datetime1">
              <a:rPr lang="es-ES" smtClean="0"/>
              <a:t>20/10/2026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 dirty="0"/>
              <a:t>M.B.E.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54800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  <p:sldLayoutId id="2147484087" r:id="rId7"/>
    <p:sldLayoutId id="2147484088" r:id="rId8"/>
    <p:sldLayoutId id="2147484089" r:id="rId9"/>
    <p:sldLayoutId id="2147484090" r:id="rId10"/>
    <p:sldLayoutId id="2147484091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st.es/documents/94886/3996554/manual+industrias_alimentarias_es.pdf/705f0cd2-4ed1-f14c-0b12-ba4fa3194284?t=1663750206357" TargetMode="External"/><Relationship Id="rId2" Type="http://schemas.openxmlformats.org/officeDocument/2006/relationships/hyperlink" Target="https://www.insst.es/documents/94886/3193758/manual+administracion_y_gestion_es.pdf/21d3228f-dc9b-c857-2670-31aa34ebe77f?t=164839534731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2.xml"/><Relationship Id="rId5" Type="http://schemas.openxmlformats.org/officeDocument/2006/relationships/image" Target="../media/image4.png"/><Relationship Id="rId4" Type="http://schemas.openxmlformats.org/officeDocument/2006/relationships/slide" Target="slide28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18" Type="http://schemas.microsoft.com/office/2007/relationships/diagramDrawing" Target="../diagrams/drawing3.xml"/><Relationship Id="rId3" Type="http://schemas.openxmlformats.org/officeDocument/2006/relationships/image" Target="../media/image5.png"/><Relationship Id="rId21" Type="http://schemas.openxmlformats.org/officeDocument/2006/relationships/diagramQuickStyle" Target="../diagrams/quickStyle4.xml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17" Type="http://schemas.openxmlformats.org/officeDocument/2006/relationships/diagramColors" Target="../diagrams/colors3.xml"/><Relationship Id="rId2" Type="http://schemas.openxmlformats.org/officeDocument/2006/relationships/slide" Target="slide3.xml"/><Relationship Id="rId16" Type="http://schemas.openxmlformats.org/officeDocument/2006/relationships/diagramQuickStyle" Target="../diagrams/quickStyle3.xml"/><Relationship Id="rId20" Type="http://schemas.openxmlformats.org/officeDocument/2006/relationships/diagramLayout" Target="../diagrams/layout4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5" Type="http://schemas.openxmlformats.org/officeDocument/2006/relationships/diagramLayout" Target="../diagrams/layout3.xml"/><Relationship Id="rId23" Type="http://schemas.microsoft.com/office/2007/relationships/diagramDrawing" Target="../diagrams/drawing4.xml"/><Relationship Id="rId10" Type="http://schemas.openxmlformats.org/officeDocument/2006/relationships/diagramLayout" Target="../diagrams/layout2.xml"/><Relationship Id="rId19" Type="http://schemas.openxmlformats.org/officeDocument/2006/relationships/diagramData" Target="../diagrams/data4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Relationship Id="rId14" Type="http://schemas.openxmlformats.org/officeDocument/2006/relationships/diagramData" Target="../diagrams/data3.xml"/><Relationship Id="rId22" Type="http://schemas.openxmlformats.org/officeDocument/2006/relationships/diagramColors" Target="../diagrams/colors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5.xml"/><Relationship Id="rId3" Type="http://schemas.openxmlformats.org/officeDocument/2006/relationships/image" Target="../media/image5.png"/><Relationship Id="rId7" Type="http://schemas.openxmlformats.org/officeDocument/2006/relationships/diagramLayout" Target="../diagrams/layout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5.xml"/><Relationship Id="rId11" Type="http://schemas.openxmlformats.org/officeDocument/2006/relationships/image" Target="../media/image4.png"/><Relationship Id="rId5" Type="http://schemas.openxmlformats.org/officeDocument/2006/relationships/slide" Target="slide20.xml"/><Relationship Id="rId10" Type="http://schemas.microsoft.com/office/2007/relationships/diagramDrawing" Target="../diagrams/drawing5.xml"/><Relationship Id="rId4" Type="http://schemas.openxmlformats.org/officeDocument/2006/relationships/slide" Target="slide4.xml"/><Relationship Id="rId9" Type="http://schemas.openxmlformats.org/officeDocument/2006/relationships/diagramColors" Target="../diagrams/colors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www.insht.es/InshtWeb/Contenidos/Documentacion/TextosOnline/ErgaFP/2006/ErFP51_06.pdf" TargetMode="External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slide" Target="slide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oe.es/buscar/pdf/1997/BOE-A-1997-8669-consolidado.pdf" TargetMode="External"/><Relationship Id="rId2" Type="http://schemas.openxmlformats.org/officeDocument/2006/relationships/hyperlink" Target="RD486%201997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sht.es/InshtWeb/Contenidos/Documentacion/TextosOnline/ErgaFP/1997/ErFP09_97.pdf" TargetMode="External"/><Relationship Id="rId2" Type="http://schemas.openxmlformats.org/officeDocument/2006/relationships/slide" Target="slide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www.insht.es/InshtWeb/Contenidos/Documentacion/TextosOnline/ErgaFP/2003/ErFP36_03.pdf" TargetMode="Externa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slide" Target="slide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insht.es/InshtWeb/Contenidos/Documentacion/TextosOnline/ErgaFP/2000/ErFP23_00.pdf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sht.es/InshtWeb/Contenidos/Documentacion/TextosOnline/ergaFP/2005/ErFP43_05.pdf" TargetMode="External"/><Relationship Id="rId2" Type="http://schemas.openxmlformats.org/officeDocument/2006/relationships/slide" Target="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slide" Target="slide3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8.xml"/><Relationship Id="rId3" Type="http://schemas.openxmlformats.org/officeDocument/2006/relationships/image" Target="../media/image5.png"/><Relationship Id="rId7" Type="http://schemas.openxmlformats.org/officeDocument/2006/relationships/diagramLayout" Target="../diagrams/layout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8.xml"/><Relationship Id="rId11" Type="http://schemas.openxmlformats.org/officeDocument/2006/relationships/image" Target="../media/image4.png"/><Relationship Id="rId5" Type="http://schemas.openxmlformats.org/officeDocument/2006/relationships/slide" Target="slide28.xml"/><Relationship Id="rId10" Type="http://schemas.microsoft.com/office/2007/relationships/diagramDrawing" Target="../diagrams/drawing8.xml"/><Relationship Id="rId4" Type="http://schemas.openxmlformats.org/officeDocument/2006/relationships/slide" Target="slide6.xml"/><Relationship Id="rId9" Type="http://schemas.openxmlformats.org/officeDocument/2006/relationships/diagramColors" Target="../diagrams/colors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sht.es/InshtWeb/Contenidos/Documentacion/TextosOnline/ErgaFP/2005/ErFP45_05.pdf" TargetMode="External"/><Relationship Id="rId2" Type="http://schemas.openxmlformats.org/officeDocument/2006/relationships/slide" Target="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sht.es/InshtWeb/Contenidos/Documentacion/TextosOnline/ErgaFP/2010/eragafp71pr.pdf" TargetMode="External"/><Relationship Id="rId2" Type="http://schemas.openxmlformats.org/officeDocument/2006/relationships/slide" Target="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sht.es/InshtWeb/Contenidos/Documentacion/FichasTecnicas/NTP/Ficheros/401a500/ntp_494.pdf" TargetMode="External"/><Relationship Id="rId2" Type="http://schemas.openxmlformats.org/officeDocument/2006/relationships/slide" Target="slide2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insht.es/InshtWeb/Contenidos/Documentacion/FichasTecnicas/NTP/Ficheros/601a700/ntp_614.pdf" TargetMode="External"/><Relationship Id="rId5" Type="http://schemas.openxmlformats.org/officeDocument/2006/relationships/hyperlink" Target="http://www.insht.es/InshtWeb/Contenidos/Documentacion/FichasTecnicas/NTP/Ficheros/401a500/ntp_495.pdf" TargetMode="Externa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sht.es/InshtWeb/Contenidos/Documentacion/TextosOnline/ErgaFP/2010(eragafp69pr.pdf" TargetMode="External"/><Relationship Id="rId2" Type="http://schemas.openxmlformats.org/officeDocument/2006/relationships/slide" Target="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sht.es/InshtWeb/Contenidos/Documentacion/TextosOnline/ErgaFP/2007/eragafp58.pdf" TargetMode="External"/><Relationship Id="rId2" Type="http://schemas.openxmlformats.org/officeDocument/2006/relationships/slide" Target="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sht.es/InshtWeb/Contenidos/Documentacion/TextosOnline/ErgaFP/2004/ErFP41_04.pdf" TargetMode="External"/><Relationship Id="rId2" Type="http://schemas.openxmlformats.org/officeDocument/2006/relationships/slide" Target="slide2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www.insht.es/InshtWeb/Contenidos/Documentacion/TextosOnline/ErgaFP/2003/ErFP37_03.pdf" TargetMode="Externa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sht.es/InshtWeb/Contenidos/Documentacion/TextosOnline/ErgaFP/2007/ErFP56_07.pdf" TargetMode="External"/><Relationship Id="rId2" Type="http://schemas.openxmlformats.org/officeDocument/2006/relationships/slide" Target="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slide" Target="slide3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http://www.insht.es/InshtWeb/Contenidos/Documentacion/TextosOnline/ErgaFP/1998/ErFP11_98.pdf" TargetMode="External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insht.es/InshtWeb/Contenidos/Documentacion/TextosOnline/ErgaFP/2000/ErFP22_00.pdf" TargetMode="External"/><Relationship Id="rId5" Type="http://schemas.openxmlformats.org/officeDocument/2006/relationships/slide" Target="slide28.xml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slide" Target="slide29.xml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://www.insht.es/InshtWeb/Contenidos/Documentacion/FichasTecnicas/NTP/Ficheros/401a500/ntp_476.pdf" TargetMode="External"/><Relationship Id="rId7" Type="http://schemas.openxmlformats.org/officeDocument/2006/relationships/slide" Target="slide3.xml"/><Relationship Id="rId2" Type="http://schemas.openxmlformats.org/officeDocument/2006/relationships/slide" Target="slide3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insht.es/InshtWeb/Contenidos/Documentacion/PUBLICACIONES%20PERIODICAS/ErgaFP/2011/ergafp75.pdf" TargetMode="External"/><Relationship Id="rId5" Type="http://schemas.openxmlformats.org/officeDocument/2006/relationships/hyperlink" Target="http://www.insht.es/InshtWeb/Contenidos/Documentacion/TextosOnline/ErgaFP/1997/ErFP05_97.pdf" TargetMode="External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96" y="1407074"/>
            <a:ext cx="7305663" cy="4273498"/>
          </a:xfrm>
          <a:prstGeom prst="rect">
            <a:avLst/>
          </a:prstGeom>
        </p:spPr>
      </p:pic>
      <p:sp>
        <p:nvSpPr>
          <p:cNvPr id="14" name="13 CuadroTexto"/>
          <p:cNvSpPr txBox="1"/>
          <p:nvPr/>
        </p:nvSpPr>
        <p:spPr>
          <a:xfrm>
            <a:off x="179511" y="1954075"/>
            <a:ext cx="706484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5400" b="1">
                <a:solidFill>
                  <a:schemeClr val="accent2"/>
                </a:solidFill>
              </a:rPr>
              <a:t>Unidad 2              </a:t>
            </a:r>
            <a:endParaRPr lang="es-ES_tradnl" sz="5400" b="1" dirty="0">
              <a:solidFill>
                <a:schemeClr val="accent2"/>
              </a:solidFill>
            </a:endParaRPr>
          </a:p>
          <a:p>
            <a:r>
              <a:rPr lang="es-ES_tradnl" sz="5400" dirty="0">
                <a:solidFill>
                  <a:schemeClr val="accent2"/>
                </a:solidFill>
              </a:rPr>
              <a:t>Factores de riesgo y su prevención</a:t>
            </a:r>
            <a:endParaRPr lang="es-ES" sz="5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2306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195DC5-C643-F26D-CB92-1B08F369F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s-ES" b="1" dirty="0"/>
              <a:t>¿Qué riesgos se relacionan con vuestro sector profesional? Ya hemos trabajado en ello, pero ahora profundizaremos.</a:t>
            </a:r>
          </a:p>
          <a:p>
            <a:pPr marL="0" indent="0" algn="ctr">
              <a:buNone/>
            </a:pPr>
            <a:endParaRPr lang="es-ES" b="1" dirty="0"/>
          </a:p>
          <a:p>
            <a:pPr marL="0" indent="0" algn="ctr">
              <a:buNone/>
            </a:pPr>
            <a:endParaRPr lang="es-ES" b="1" dirty="0"/>
          </a:p>
          <a:p>
            <a:pPr marL="0" indent="0">
              <a:buNone/>
            </a:pPr>
            <a:r>
              <a:rPr lang="es-ES" sz="1800" dirty="0">
                <a:hlinkClick r:id="rId2"/>
              </a:rPr>
              <a:t>https://www.insst.es/documents/94886/3193758/</a:t>
            </a:r>
            <a:r>
              <a:rPr lang="es-ES" sz="1800" b="1" dirty="0">
                <a:hlinkClick r:id="rId2"/>
              </a:rPr>
              <a:t>manual+administracion_y_gestion</a:t>
            </a:r>
            <a:r>
              <a:rPr lang="es-ES" sz="1800" dirty="0">
                <a:hlinkClick r:id="rId2"/>
              </a:rPr>
              <a:t>_es.pdf/21d3228f-dc9b-c857-2670-31aa34ebe77f?t=1648395347310</a:t>
            </a:r>
            <a:endParaRPr lang="es-ES" sz="1800" dirty="0"/>
          </a:p>
          <a:p>
            <a:pPr marL="0" indent="0">
              <a:buNone/>
            </a:pPr>
            <a:endParaRPr lang="es-ES" sz="1800" dirty="0"/>
          </a:p>
          <a:p>
            <a:pPr marL="0" indent="0">
              <a:buNone/>
            </a:pPr>
            <a:r>
              <a:rPr lang="es-ES" sz="1800" dirty="0">
                <a:hlinkClick r:id="rId3"/>
              </a:rPr>
              <a:t>https://www.insst.es/documents/94886/3996554/</a:t>
            </a:r>
            <a:r>
              <a:rPr lang="es-ES" sz="1800" b="1" dirty="0">
                <a:hlinkClick r:id="rId3"/>
              </a:rPr>
              <a:t>manual+industrias_alimentarias</a:t>
            </a:r>
            <a:r>
              <a:rPr lang="es-ES" sz="1800" dirty="0">
                <a:hlinkClick r:id="rId3"/>
              </a:rPr>
              <a:t>_es.pdf/705f0cd2-4ed1-f14c-0b12-ba4fa3194284?t=1663750206357</a:t>
            </a:r>
            <a:endParaRPr lang="es-ES" sz="180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7263283-1AAE-1758-BA1A-BDE9ADB33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43F5B81-48BF-C6B5-3914-2C5E3C31D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2</a:t>
            </a:fld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5735429-0936-CF71-64D2-484B7A83B3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827" y="2276797"/>
            <a:ext cx="1763688" cy="117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386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4326" y="-3340"/>
            <a:ext cx="5937834" cy="696036"/>
          </a:xfrm>
        </p:spPr>
        <p:txBody>
          <a:bodyPr>
            <a:normAutofit fontScale="90000"/>
          </a:bodyPr>
          <a:lstStyle/>
          <a:p>
            <a:pPr algn="l"/>
            <a:r>
              <a:rPr lang="es-ES_tradnl" b="1" dirty="0"/>
              <a:t>CONTENIDOS</a:t>
            </a:r>
            <a:endParaRPr lang="es-ES" b="1" dirty="0"/>
          </a:p>
        </p:txBody>
      </p:sp>
      <p:sp>
        <p:nvSpPr>
          <p:cNvPr id="5" name="4 Rectángulo">
            <a:hlinkClick r:id="rId2" action="ppaction://hlinksldjump" tooltip="click punto 1"/>
          </p:cNvPr>
          <p:cNvSpPr/>
          <p:nvPr/>
        </p:nvSpPr>
        <p:spPr>
          <a:xfrm>
            <a:off x="494846" y="1124744"/>
            <a:ext cx="813658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>
              <a:spcBef>
                <a:spcPct val="20000"/>
              </a:spcBef>
              <a:buFont typeface="Arial" pitchFamily="34" charset="0"/>
              <a:buAutoNum type="arabicPeriod"/>
            </a:pPr>
            <a:r>
              <a:rPr lang="es-ES_tradnl" sz="2800" b="1" dirty="0">
                <a:solidFill>
                  <a:prstClr val="black"/>
                </a:solidFill>
              </a:rPr>
              <a:t>Los factores de riesgo laboral</a:t>
            </a:r>
          </a:p>
        </p:txBody>
      </p:sp>
      <p:sp>
        <p:nvSpPr>
          <p:cNvPr id="6" name="5 Rectángulo">
            <a:hlinkClick r:id="rId3" action="ppaction://hlinksldjump"/>
          </p:cNvPr>
          <p:cNvSpPr/>
          <p:nvPr/>
        </p:nvSpPr>
        <p:spPr>
          <a:xfrm>
            <a:off x="532802" y="2540516"/>
            <a:ext cx="861496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lang="es-ES_tradnl" sz="2800" b="1" dirty="0">
                <a:solidFill>
                  <a:prstClr val="black"/>
                </a:solidFill>
              </a:rPr>
              <a:t>3.  Factores de riesgo derivados de las condiciones medioambientales</a:t>
            </a:r>
          </a:p>
        </p:txBody>
      </p:sp>
      <p:sp>
        <p:nvSpPr>
          <p:cNvPr id="8" name="7 Rectángulo">
            <a:hlinkClick r:id="rId4" action="ppaction://hlinksldjump"/>
          </p:cNvPr>
          <p:cNvSpPr/>
          <p:nvPr/>
        </p:nvSpPr>
        <p:spPr>
          <a:xfrm>
            <a:off x="532802" y="3518783"/>
            <a:ext cx="843168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lang="es-ES_tradnl" sz="2800" b="1" dirty="0">
                <a:solidFill>
                  <a:prstClr val="black"/>
                </a:solidFill>
              </a:rPr>
              <a:t>4.  Factores de riesgo derivados de la carga de trabajo</a:t>
            </a:r>
          </a:p>
        </p:txBody>
      </p:sp>
      <p:sp>
        <p:nvSpPr>
          <p:cNvPr id="10" name="9 Rectángulo">
            <a:hlinkClick r:id="rId2" action="ppaction://hlinksldjump"/>
          </p:cNvPr>
          <p:cNvSpPr/>
          <p:nvPr/>
        </p:nvSpPr>
        <p:spPr>
          <a:xfrm>
            <a:off x="504719" y="1586409"/>
            <a:ext cx="777186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lang="es-ES_tradnl" sz="2800" b="1" dirty="0">
                <a:solidFill>
                  <a:prstClr val="black"/>
                </a:solidFill>
              </a:rPr>
              <a:t>2.  Factores de riesgo derivados de las condiciones de seguridad</a:t>
            </a:r>
          </a:p>
        </p:txBody>
      </p:sp>
      <p:pic>
        <p:nvPicPr>
          <p:cNvPr id="15" name="14 Imagen"/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18950" y="1346042"/>
            <a:ext cx="351794" cy="442037"/>
          </a:xfrm>
          <a:prstGeom prst="rect">
            <a:avLst/>
          </a:prstGeom>
        </p:spPr>
      </p:pic>
      <p:sp>
        <p:nvSpPr>
          <p:cNvPr id="9" name="8 Rectángulo">
            <a:hlinkClick r:id="rId6" action="ppaction://hlinksldjump"/>
          </p:cNvPr>
          <p:cNvSpPr/>
          <p:nvPr/>
        </p:nvSpPr>
        <p:spPr>
          <a:xfrm>
            <a:off x="581973" y="4060518"/>
            <a:ext cx="8049462" cy="14711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>
              <a:spcBef>
                <a:spcPct val="20000"/>
              </a:spcBef>
              <a:buAutoNum type="arabicPeriod" startAt="5"/>
            </a:pPr>
            <a:r>
              <a:rPr lang="es-ES_tradnl" sz="2800" b="1" dirty="0">
                <a:solidFill>
                  <a:prstClr val="black"/>
                </a:solidFill>
              </a:rPr>
              <a:t>Factores de riesgo derivados de la organización del trabajo</a:t>
            </a:r>
          </a:p>
          <a:p>
            <a:pPr marL="514350" lvl="0" indent="-514350">
              <a:spcBef>
                <a:spcPct val="20000"/>
              </a:spcBef>
              <a:buAutoNum type="arabicPeriod" startAt="5"/>
            </a:pPr>
            <a:r>
              <a:rPr lang="es-ES_tradnl" sz="2800" b="1" dirty="0">
                <a:solidFill>
                  <a:prstClr val="black"/>
                </a:solidFill>
              </a:rPr>
              <a:t>La evaluación de </a:t>
            </a:r>
            <a:r>
              <a:rPr lang="es-ES_tradnl" sz="2800" b="1">
                <a:solidFill>
                  <a:prstClr val="black"/>
                </a:solidFill>
              </a:rPr>
              <a:t>riesgos laborales</a:t>
            </a:r>
            <a:endParaRPr lang="es-ES_tradnl" sz="28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9345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>
            <a:hlinkClick r:id="rId2" action="ppaction://hlinksldjump"/>
          </p:cNvPr>
          <p:cNvSpPr txBox="1"/>
          <p:nvPr/>
        </p:nvSpPr>
        <p:spPr>
          <a:xfrm>
            <a:off x="3215680" y="6165304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pic>
        <p:nvPicPr>
          <p:cNvPr id="16" name="15 Imagen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000944" y="6277629"/>
            <a:ext cx="287793" cy="361618"/>
          </a:xfrm>
          <a:prstGeom prst="rect">
            <a:avLst/>
          </a:prstGeom>
        </p:spPr>
      </p:pic>
      <p:sp>
        <p:nvSpPr>
          <p:cNvPr id="7" name="6 Flecha derecha"/>
          <p:cNvSpPr/>
          <p:nvPr/>
        </p:nvSpPr>
        <p:spPr>
          <a:xfrm>
            <a:off x="7507759" y="6318482"/>
            <a:ext cx="864096" cy="267661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  <p:sp>
        <p:nvSpPr>
          <p:cNvPr id="20" name="1 Título"/>
          <p:cNvSpPr txBox="1">
            <a:spLocks/>
          </p:cNvSpPr>
          <p:nvPr/>
        </p:nvSpPr>
        <p:spPr>
          <a:xfrm>
            <a:off x="173588" y="1683"/>
            <a:ext cx="8970411" cy="691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 algn="l">
              <a:buAutoNum type="arabicPeriod"/>
            </a:pPr>
            <a:r>
              <a:rPr lang="es-ES_tradnl" b="1" dirty="0"/>
              <a:t>Los factores de riesgo laboral</a:t>
            </a:r>
          </a:p>
        </p:txBody>
      </p:sp>
      <p:graphicFrame>
        <p:nvGraphicFramePr>
          <p:cNvPr id="3" name="2 Diagrama"/>
          <p:cNvGraphicFramePr/>
          <p:nvPr>
            <p:extLst>
              <p:ext uri="{D42A27DB-BD31-4B8C-83A1-F6EECF244321}">
                <p14:modId xmlns:p14="http://schemas.microsoft.com/office/powerpoint/2010/main" val="1405845043"/>
              </p:ext>
            </p:extLst>
          </p:nvPr>
        </p:nvGraphicFramePr>
        <p:xfrm>
          <a:off x="284891" y="301986"/>
          <a:ext cx="8496944" cy="2248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27" name="26 Diagrama"/>
          <p:cNvGraphicFramePr/>
          <p:nvPr>
            <p:extLst>
              <p:ext uri="{D42A27DB-BD31-4B8C-83A1-F6EECF244321}">
                <p14:modId xmlns:p14="http://schemas.microsoft.com/office/powerpoint/2010/main" val="3934617145"/>
              </p:ext>
            </p:extLst>
          </p:nvPr>
        </p:nvGraphicFramePr>
        <p:xfrm>
          <a:off x="284891" y="1618002"/>
          <a:ext cx="8496944" cy="2248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aphicFrame>
        <p:nvGraphicFramePr>
          <p:cNvPr id="30" name="29 Diagrama"/>
          <p:cNvGraphicFramePr/>
          <p:nvPr>
            <p:extLst>
              <p:ext uri="{D42A27DB-BD31-4B8C-83A1-F6EECF244321}">
                <p14:modId xmlns:p14="http://schemas.microsoft.com/office/powerpoint/2010/main" val="615211346"/>
              </p:ext>
            </p:extLst>
          </p:nvPr>
        </p:nvGraphicFramePr>
        <p:xfrm>
          <a:off x="284891" y="2914146"/>
          <a:ext cx="8496944" cy="2248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graphicFrame>
        <p:nvGraphicFramePr>
          <p:cNvPr id="31" name="30 Diagrama"/>
          <p:cNvGraphicFramePr/>
          <p:nvPr>
            <p:extLst>
              <p:ext uri="{D42A27DB-BD31-4B8C-83A1-F6EECF244321}">
                <p14:modId xmlns:p14="http://schemas.microsoft.com/office/powerpoint/2010/main" val="3907422455"/>
              </p:ext>
            </p:extLst>
          </p:nvPr>
        </p:nvGraphicFramePr>
        <p:xfrm>
          <a:off x="284891" y="4203806"/>
          <a:ext cx="8496944" cy="2248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9" r:lo="rId20" r:qs="rId21" r:cs="rId22"/>
          </a:graphicData>
        </a:graphic>
      </p:graphicFrame>
    </p:spTree>
    <p:extLst>
      <p:ext uri="{BB962C8B-B14F-4D97-AF65-F5344CB8AC3E}">
        <p14:creationId xmlns:p14="http://schemas.microsoft.com/office/powerpoint/2010/main" val="126366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B3461FD-D960-699B-CD08-9F6F74C60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836712"/>
            <a:ext cx="7746057" cy="5164038"/>
          </a:xfrm>
          <a:prstGeom prst="rect">
            <a:avLst/>
          </a:prstGeom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110F7BD3-BB60-4ED9-2C2B-ECDB76E6FA59}"/>
              </a:ext>
            </a:extLst>
          </p:cNvPr>
          <p:cNvSpPr txBox="1"/>
          <p:nvPr/>
        </p:nvSpPr>
        <p:spPr>
          <a:xfrm>
            <a:off x="107504" y="649501"/>
            <a:ext cx="2880360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 dirty="0">
                <a:solidFill>
                  <a:srgbClr val="14919B"/>
                </a:solidFill>
                <a:latin typeface="Aptos"/>
              </a:rPr>
              <a:t>2 · FACTORES DE RIESGO</a:t>
            </a:r>
          </a:p>
        </p:txBody>
      </p:sp>
    </p:spTree>
    <p:extLst>
      <p:ext uri="{BB962C8B-B14F-4D97-AF65-F5344CB8AC3E}">
        <p14:creationId xmlns:p14="http://schemas.microsoft.com/office/powerpoint/2010/main" val="3748004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39 CuadroTexto">
            <a:hlinkClick r:id="rId2" action="ppaction://hlinksldjump"/>
          </p:cNvPr>
          <p:cNvSpPr txBox="1"/>
          <p:nvPr/>
        </p:nvSpPr>
        <p:spPr>
          <a:xfrm>
            <a:off x="3139534" y="6166845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sp>
        <p:nvSpPr>
          <p:cNvPr id="46" name="1 Título"/>
          <p:cNvSpPr txBox="1">
            <a:spLocks/>
          </p:cNvSpPr>
          <p:nvPr/>
        </p:nvSpPr>
        <p:spPr>
          <a:xfrm>
            <a:off x="148256" y="42626"/>
            <a:ext cx="8995744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8000" b="1" dirty="0"/>
              <a:t>2. </a:t>
            </a:r>
            <a:r>
              <a:rPr lang="es-ES_tradnl" sz="5100" b="1" dirty="0"/>
              <a:t>Factores de riesgo derivados de las condiciones de seguridad</a:t>
            </a:r>
          </a:p>
        </p:txBody>
      </p:sp>
      <p:pic>
        <p:nvPicPr>
          <p:cNvPr id="63" name="62 Imagen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000944" y="6277629"/>
            <a:ext cx="287793" cy="361618"/>
          </a:xfrm>
          <a:prstGeom prst="rect">
            <a:avLst/>
          </a:prstGeom>
        </p:spPr>
      </p:pic>
      <p:sp>
        <p:nvSpPr>
          <p:cNvPr id="51" name="50 Flecha izquierda">
            <a:hlinkClick r:id="rId4" action="ppaction://hlinksldjump"/>
          </p:cNvPr>
          <p:cNvSpPr/>
          <p:nvPr/>
        </p:nvSpPr>
        <p:spPr>
          <a:xfrm>
            <a:off x="71389" y="6252795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sp>
        <p:nvSpPr>
          <p:cNvPr id="54" name="53 Flecha derecha">
            <a:hlinkClick r:id="rId5" action="ppaction://hlinksldjump"/>
          </p:cNvPr>
          <p:cNvSpPr/>
          <p:nvPr/>
        </p:nvSpPr>
        <p:spPr>
          <a:xfrm>
            <a:off x="7507759" y="6318482"/>
            <a:ext cx="864096" cy="267661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1 Diagrama"/>
          <p:cNvGraphicFramePr/>
          <p:nvPr>
            <p:extLst>
              <p:ext uri="{D42A27DB-BD31-4B8C-83A1-F6EECF244321}">
                <p14:modId xmlns:p14="http://schemas.microsoft.com/office/powerpoint/2010/main" val="3647070484"/>
              </p:ext>
            </p:extLst>
          </p:nvPr>
        </p:nvGraphicFramePr>
        <p:xfrm>
          <a:off x="1115617" y="1268760"/>
          <a:ext cx="6824190" cy="4192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pic>
        <p:nvPicPr>
          <p:cNvPr id="12" name="11 Imagen"/>
          <p:cNvPicPr>
            <a:picLocks noChangeAspect="1"/>
          </p:cNvPicPr>
          <p:nvPr/>
        </p:nvPicPr>
        <p:blipFill>
          <a:blip r:embed="rId1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4713817" y="1904765"/>
            <a:ext cx="351794" cy="442037"/>
          </a:xfrm>
          <a:prstGeom prst="rect">
            <a:avLst/>
          </a:prstGeom>
        </p:spPr>
      </p:pic>
      <p:pic>
        <p:nvPicPr>
          <p:cNvPr id="13" name="12 Imagen"/>
          <p:cNvPicPr>
            <a:picLocks noChangeAspect="1"/>
          </p:cNvPicPr>
          <p:nvPr/>
        </p:nvPicPr>
        <p:blipFill>
          <a:blip r:embed="rId1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4641104" y="3056893"/>
            <a:ext cx="351794" cy="442037"/>
          </a:xfrm>
          <a:prstGeom prst="rect">
            <a:avLst/>
          </a:prstGeom>
        </p:spPr>
      </p:pic>
      <p:pic>
        <p:nvPicPr>
          <p:cNvPr id="15" name="14 Imagen"/>
          <p:cNvPicPr>
            <a:picLocks noChangeAspect="1"/>
          </p:cNvPicPr>
          <p:nvPr/>
        </p:nvPicPr>
        <p:blipFill>
          <a:blip r:embed="rId1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4635015" y="4137012"/>
            <a:ext cx="351794" cy="442037"/>
          </a:xfrm>
          <a:prstGeom prst="rect">
            <a:avLst/>
          </a:prstGeom>
        </p:spPr>
      </p:pic>
      <p:pic>
        <p:nvPicPr>
          <p:cNvPr id="16" name="15 Imagen"/>
          <p:cNvPicPr>
            <a:picLocks noChangeAspect="1"/>
          </p:cNvPicPr>
          <p:nvPr/>
        </p:nvPicPr>
        <p:blipFill>
          <a:blip r:embed="rId1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4710810" y="5289141"/>
            <a:ext cx="351794" cy="44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456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 Título"/>
          <p:cNvSpPr txBox="1">
            <a:spLocks/>
          </p:cNvSpPr>
          <p:nvPr/>
        </p:nvSpPr>
        <p:spPr>
          <a:xfrm>
            <a:off x="126396" y="29498"/>
            <a:ext cx="9017604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3200" b="1" dirty="0"/>
              <a:t>2.1 Los lugares de trabajo</a:t>
            </a:r>
          </a:p>
        </p:txBody>
      </p:sp>
      <p:sp>
        <p:nvSpPr>
          <p:cNvPr id="32" name="31 CuadroTexto"/>
          <p:cNvSpPr txBox="1"/>
          <p:nvPr/>
        </p:nvSpPr>
        <p:spPr>
          <a:xfrm>
            <a:off x="4067944" y="4479836"/>
            <a:ext cx="4093733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MEDIDAS DE PREVENCIÓN/PROTECCIÓN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" name="45 Flecha izquierda">
            <a:hlinkClick r:id="rId2" action="ppaction://hlinksldjump"/>
          </p:cNvPr>
          <p:cNvSpPr/>
          <p:nvPr/>
        </p:nvSpPr>
        <p:spPr>
          <a:xfrm>
            <a:off x="71389" y="6252795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Volver</a:t>
            </a:r>
            <a:endParaRPr lang="es-ES" sz="1200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970137102"/>
              </p:ext>
            </p:extLst>
          </p:nvPr>
        </p:nvGraphicFramePr>
        <p:xfrm>
          <a:off x="123640" y="836712"/>
          <a:ext cx="8840848" cy="34563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6 Rectángulo redondeado"/>
          <p:cNvSpPr/>
          <p:nvPr/>
        </p:nvSpPr>
        <p:spPr>
          <a:xfrm>
            <a:off x="162803" y="4503878"/>
            <a:ext cx="3437492" cy="107131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solidFill>
                  <a:schemeClr val="tx1"/>
                </a:solidFill>
              </a:rPr>
              <a:t>DAÑOS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Resbalones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Caídas de personas y de objetos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Golpes con objetos</a:t>
            </a:r>
            <a:endParaRPr lang="es-ES" sz="1600" dirty="0">
              <a:solidFill>
                <a:schemeClr val="tx1"/>
              </a:solidFill>
            </a:endParaRPr>
          </a:p>
        </p:txBody>
      </p:sp>
      <p:sp>
        <p:nvSpPr>
          <p:cNvPr id="8" name="7 CuadroTexto"/>
          <p:cNvSpPr txBox="1"/>
          <p:nvPr/>
        </p:nvSpPr>
        <p:spPr>
          <a:xfrm>
            <a:off x="3707904" y="4863016"/>
            <a:ext cx="52565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Cumplir con la normativa sobre condiciones mínimas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Señalización de seguridad 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Orden y limpieza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Protección con redes de seguridad y arneses anticaidas</a:t>
            </a:r>
            <a:endParaRPr lang="es-ES" sz="1600" dirty="0"/>
          </a:p>
        </p:txBody>
      </p:sp>
      <p:sp>
        <p:nvSpPr>
          <p:cNvPr id="21" name="20 Rectángulo">
            <a:hlinkClick r:id="rId8"/>
          </p:cNvPr>
          <p:cNvSpPr/>
          <p:nvPr/>
        </p:nvSpPr>
        <p:spPr>
          <a:xfrm>
            <a:off x="351092" y="5659430"/>
            <a:ext cx="27734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Búsqueda:</a:t>
            </a:r>
            <a:r>
              <a:rPr lang="es-ES_tradnl" sz="1400" b="1" dirty="0">
                <a:solidFill>
                  <a:srgbClr val="C00000"/>
                </a:solidFill>
              </a:rPr>
              <a:t> “Trabajos en altura” </a:t>
            </a:r>
          </a:p>
        </p:txBody>
      </p:sp>
      <p:pic>
        <p:nvPicPr>
          <p:cNvPr id="22" name="21 Imagen"/>
          <p:cNvPicPr>
            <a:picLocks noChangeAspect="1"/>
          </p:cNvPicPr>
          <p:nvPr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7240">
            <a:off x="333261" y="5719215"/>
            <a:ext cx="351794" cy="44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264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BB29C4-4141-A50B-7E8C-5E6B36027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RD 486/1997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3EE913-B7E8-AC71-4C93-D7C39625D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400" dirty="0">
                <a:hlinkClick r:id="rId2" action="ppaction://hlinkfile"/>
              </a:rPr>
              <a:t>RD486 1997.pdf</a:t>
            </a:r>
            <a:endParaRPr lang="es-ES" sz="1400" dirty="0"/>
          </a:p>
          <a:p>
            <a:pPr marL="0" indent="0">
              <a:buNone/>
            </a:pPr>
            <a:r>
              <a:rPr lang="es-ES" sz="1400" dirty="0">
                <a:hlinkClick r:id="rId3"/>
              </a:rPr>
              <a:t>https://www.boe.es/buscar/pdf/1997/BOE-A-1997-8669-consolidado.pdf</a:t>
            </a:r>
            <a:endParaRPr lang="es-ES" sz="1400" dirty="0"/>
          </a:p>
          <a:p>
            <a:pPr marL="0" indent="0">
              <a:buNone/>
            </a:pPr>
            <a:endParaRPr lang="es-ES" sz="200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41599BA-890B-A896-586E-A362AC0B3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C6FEB41-621B-319B-8F19-DA51B850C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8</a:t>
            </a:fld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F800B29-B05F-326C-DC2B-062B0A07613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66851"/>
          <a:stretch>
            <a:fillRect/>
          </a:stretch>
        </p:blipFill>
        <p:spPr>
          <a:xfrm>
            <a:off x="478584" y="1772816"/>
            <a:ext cx="8150444" cy="405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682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8478EB7-F216-7784-744D-48BE8FECD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F6802F9-332B-5B85-232F-FE8A703DE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9</a:t>
            </a:fld>
            <a:endParaRPr lang="es-ES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5AD8DD91-DC14-32AA-14B3-6969D59CB1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2522" b="44750"/>
          <a:stretch>
            <a:fillRect/>
          </a:stretch>
        </p:blipFill>
        <p:spPr>
          <a:xfrm>
            <a:off x="30714" y="1880828"/>
            <a:ext cx="9082571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108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EB33155-470C-2E80-EF16-CBBCCBB6B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D1E11BB-FDB2-D522-788E-D01EE67C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10</a:t>
            </a:fld>
            <a:endParaRPr lang="es-ES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1E7CA762-400C-7C3F-2371-8E3CC27D9D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4726"/>
          <a:stretch>
            <a:fillRect/>
          </a:stretch>
        </p:blipFill>
        <p:spPr>
          <a:xfrm>
            <a:off x="89756" y="0"/>
            <a:ext cx="8964488" cy="6087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318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E2BDF7-D3EA-6FC1-344B-A84528B3C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Caso práctico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54549F-1C25-B287-D7A5-34C04665C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99928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ES" dirty="0"/>
              <a:t>4.- El inspector de trabajo de la zona ha efectuado visita a la empresa </a:t>
            </a:r>
            <a:r>
              <a:rPr lang="es-ES" dirty="0" err="1"/>
              <a:t>Mercasa</a:t>
            </a:r>
            <a:r>
              <a:rPr lang="es-ES" dirty="0"/>
              <a:t>, habiendo tomado los datos siguientes: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	A.- La altura de suelo a techo es de </a:t>
            </a:r>
            <a:r>
              <a:rPr lang="es-ES" b="1" dirty="0"/>
              <a:t>3,15 m.</a:t>
            </a:r>
          </a:p>
          <a:p>
            <a:pPr marL="0" indent="0">
              <a:buNone/>
            </a:pPr>
            <a:r>
              <a:rPr lang="es-ES" dirty="0"/>
              <a:t>	B.- </a:t>
            </a:r>
            <a:r>
              <a:rPr lang="es-ES" b="1" dirty="0"/>
              <a:t>Volumen del local 31.500 m</a:t>
            </a:r>
            <a:r>
              <a:rPr lang="es-ES" b="1" baseline="30000" dirty="0"/>
              <a:t>3</a:t>
            </a:r>
            <a:r>
              <a:rPr lang="es-ES" dirty="0"/>
              <a:t>. El volumen ocupado por 	maquinaria y materiales es 15.000 m</a:t>
            </a:r>
            <a:r>
              <a:rPr lang="es-ES" baseline="30000" dirty="0"/>
              <a:t>3</a:t>
            </a:r>
            <a:r>
              <a:rPr lang="es-ES" dirty="0"/>
              <a:t>, y el número de 	trabajadores 	en planta es de 1.700.</a:t>
            </a:r>
          </a:p>
          <a:p>
            <a:pPr marL="0" indent="0">
              <a:buNone/>
            </a:pPr>
            <a:r>
              <a:rPr lang="es-ES" dirty="0"/>
              <a:t>	C.- ¿Qué número máximo de trabajadores caben y si sobran 	cuantos 	tendrían que sacar?</a:t>
            </a:r>
          </a:p>
          <a:p>
            <a:pPr marL="0" indent="0">
              <a:buNone/>
            </a:pPr>
            <a:r>
              <a:rPr lang="es-ES" dirty="0"/>
              <a:t>	D.- El pasillo principal tiene </a:t>
            </a:r>
            <a:r>
              <a:rPr lang="es-ES" b="1" dirty="0"/>
              <a:t>1 m de ancho</a:t>
            </a:r>
            <a:r>
              <a:rPr lang="es-ES" dirty="0"/>
              <a:t> y otro </a:t>
            </a:r>
            <a:r>
              <a:rPr lang="es-ES" b="1" dirty="0"/>
              <a:t>secundario 	0,90 m</a:t>
            </a:r>
            <a:r>
              <a:rPr lang="es-ES" dirty="0"/>
              <a:t>.</a:t>
            </a:r>
          </a:p>
          <a:p>
            <a:pPr marL="0" indent="0">
              <a:buNone/>
            </a:pPr>
            <a:r>
              <a:rPr lang="es-ES" dirty="0"/>
              <a:t>	E.- El ancho de las escaleras que no son de servicio, es de </a:t>
            </a:r>
            <a:r>
              <a:rPr lang="es-ES" b="1" dirty="0"/>
              <a:t>1,30 m</a:t>
            </a:r>
            <a:r>
              <a:rPr lang="es-ES" dirty="0"/>
              <a:t>.</a:t>
            </a:r>
          </a:p>
          <a:p>
            <a:pPr marL="0" indent="0">
              <a:buNone/>
            </a:pPr>
            <a:r>
              <a:rPr lang="es-ES" u="heavy" dirty="0"/>
              <a:t>Cuestiones:</a:t>
            </a:r>
            <a:endParaRPr lang="es-ES" b="1" dirty="0"/>
          </a:p>
          <a:p>
            <a:pPr marL="0" indent="0">
              <a:buNone/>
            </a:pPr>
            <a:r>
              <a:rPr lang="es-ES" dirty="0"/>
              <a:t>Redactar un informe a remitir a </a:t>
            </a:r>
            <a:r>
              <a:rPr lang="es-ES" dirty="0" err="1"/>
              <a:t>Mercasa</a:t>
            </a:r>
            <a:r>
              <a:rPr lang="es-ES" dirty="0"/>
              <a:t> indicando las irregularidades observadas, para su modificación lo antes posible.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E8D6EB-15CD-26E0-ABA5-AEFE7B453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1C63B63-5257-3124-45AA-F6E3CB2B2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09620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2B577F-A425-F4D6-EBE2-247DB6308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Solución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296697-EB3C-6DC4-D105-CC5B4934A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sz="1600" b="1" dirty="0"/>
              <a:t>A.- La altura de suelo a techo es de 3,15 m.</a:t>
            </a:r>
          </a:p>
          <a:p>
            <a:pPr marL="0" indent="0">
              <a:buNone/>
            </a:pPr>
            <a:r>
              <a:rPr lang="es-ES" sz="1600" u="sng" dirty="0"/>
              <a:t>RD 486/1997</a:t>
            </a:r>
            <a:r>
              <a:rPr lang="es-ES" sz="1600" dirty="0"/>
              <a:t>.  Anexo </a:t>
            </a:r>
            <a:r>
              <a:rPr lang="es-ES" sz="1600" dirty="0" err="1"/>
              <a:t>Ia</a:t>
            </a:r>
            <a:r>
              <a:rPr lang="es-ES" sz="1600" dirty="0"/>
              <a:t>) 5.3</a:t>
            </a:r>
            <a:r>
              <a:rPr lang="es-ES" sz="1600" b="1" dirty="0"/>
              <a:t> </a:t>
            </a:r>
            <a:r>
              <a:rPr lang="es-ES" sz="1600" dirty="0"/>
              <a:t>señala que la altura </a:t>
            </a:r>
            <a:r>
              <a:rPr lang="es-ES" sz="1600" b="1" dirty="0"/>
              <a:t>mínima exigida 3 m. CORRECTO</a:t>
            </a:r>
          </a:p>
          <a:p>
            <a:pPr marL="0" indent="0">
              <a:buNone/>
            </a:pPr>
            <a:endParaRPr lang="es-ES" sz="1600" dirty="0"/>
          </a:p>
          <a:p>
            <a:pPr marL="0" indent="0">
              <a:buNone/>
            </a:pPr>
            <a:r>
              <a:rPr lang="es-ES" sz="1600" b="1" dirty="0"/>
              <a:t>B.- Volumen del local 31.500 m</a:t>
            </a:r>
            <a:r>
              <a:rPr lang="es-ES" sz="1600" b="1" baseline="30000" dirty="0"/>
              <a:t>3 </a:t>
            </a:r>
            <a:r>
              <a:rPr lang="es-ES" sz="1600" b="1" dirty="0"/>
              <a:t>. (Largo x ancho x alto).</a:t>
            </a:r>
          </a:p>
          <a:p>
            <a:pPr marL="0" indent="0">
              <a:buNone/>
            </a:pPr>
            <a:r>
              <a:rPr lang="es-ES" sz="1600" dirty="0"/>
              <a:t>El volumen ocupado por maquinaria y materiales es 15.000 m</a:t>
            </a:r>
            <a:r>
              <a:rPr lang="es-ES" sz="1600" baseline="30000" dirty="0"/>
              <a:t>3</a:t>
            </a:r>
            <a:r>
              <a:rPr lang="es-ES" sz="1600" dirty="0"/>
              <a:t>, y el número de trabajadores en planta es de 1.700.</a:t>
            </a:r>
          </a:p>
          <a:p>
            <a:pPr marL="0" indent="0">
              <a:buNone/>
            </a:pPr>
            <a:r>
              <a:rPr lang="es-ES" sz="1600" dirty="0"/>
              <a:t>31.500 m</a:t>
            </a:r>
            <a:r>
              <a:rPr lang="es-ES" sz="1600" baseline="30000" dirty="0"/>
              <a:t>3</a:t>
            </a:r>
            <a:r>
              <a:rPr lang="es-ES" sz="1600" dirty="0"/>
              <a:t> – 15.000 m</a:t>
            </a:r>
            <a:r>
              <a:rPr lang="es-ES" sz="1600" baseline="30000" dirty="0"/>
              <a:t>3</a:t>
            </a:r>
            <a:r>
              <a:rPr lang="es-ES" sz="1600" dirty="0"/>
              <a:t> = 16.500 m</a:t>
            </a:r>
            <a:r>
              <a:rPr lang="es-ES" sz="1600" baseline="30000" dirty="0"/>
              <a:t>3</a:t>
            </a:r>
            <a:r>
              <a:rPr lang="es-ES" sz="1600" dirty="0"/>
              <a:t> disponibles para los operarios.</a:t>
            </a:r>
          </a:p>
          <a:p>
            <a:pPr marL="0" indent="0">
              <a:buNone/>
            </a:pPr>
            <a:r>
              <a:rPr lang="es-ES" sz="1600" dirty="0"/>
              <a:t>Como trabajan 1.700 personas, les corresponde 9,70 m</a:t>
            </a:r>
            <a:r>
              <a:rPr lang="es-ES" sz="1600" baseline="30000" dirty="0"/>
              <a:t>3</a:t>
            </a:r>
            <a:r>
              <a:rPr lang="es-ES" sz="1600" dirty="0"/>
              <a:t> y no 10 m</a:t>
            </a:r>
            <a:r>
              <a:rPr lang="es-ES" sz="1600" baseline="30000" dirty="0"/>
              <a:t>3. </a:t>
            </a:r>
            <a:r>
              <a:rPr lang="es-ES" sz="1600" b="1" dirty="0"/>
              <a:t>IRREGULARIDAD</a:t>
            </a:r>
            <a:endParaRPr lang="es-ES" sz="1600" b="1" baseline="30000" dirty="0"/>
          </a:p>
          <a:p>
            <a:pPr marL="0" indent="0">
              <a:buNone/>
            </a:pPr>
            <a:r>
              <a:rPr lang="es-ES" sz="1600" dirty="0"/>
              <a:t>	</a:t>
            </a:r>
          </a:p>
          <a:p>
            <a:pPr marL="0" indent="0">
              <a:buNone/>
            </a:pPr>
            <a:r>
              <a:rPr lang="es-ES" sz="1600" b="1" dirty="0"/>
              <a:t>C.- ¿Qué número máximo de trabajadores caben y si sobran cuantos tendrían que sacar?</a:t>
            </a:r>
          </a:p>
          <a:p>
            <a:pPr marL="0" indent="0">
              <a:buNone/>
            </a:pPr>
            <a:r>
              <a:rPr lang="es-ES" sz="1600" dirty="0"/>
              <a:t>16.500/10 = 1.650 por lo tanto tendrán que </a:t>
            </a:r>
            <a:r>
              <a:rPr lang="es-ES" sz="1600" u="sng" dirty="0"/>
              <a:t>sacar</a:t>
            </a:r>
            <a:r>
              <a:rPr lang="es-ES" sz="1600" dirty="0"/>
              <a:t> </a:t>
            </a:r>
            <a:r>
              <a:rPr lang="es-ES" sz="1600" u="sng" dirty="0"/>
              <a:t>50 trabajadores</a:t>
            </a:r>
            <a:r>
              <a:rPr lang="es-ES" sz="1600" dirty="0"/>
              <a:t>.</a:t>
            </a:r>
          </a:p>
          <a:p>
            <a:pPr marL="0" indent="0">
              <a:buNone/>
            </a:pPr>
            <a:endParaRPr lang="es-ES" sz="1600" dirty="0"/>
          </a:p>
          <a:p>
            <a:pPr marL="0" indent="0">
              <a:buNone/>
            </a:pPr>
            <a:r>
              <a:rPr lang="es-ES" sz="1600" b="1" dirty="0"/>
              <a:t>D.- El pasillo principal tiene 1 m de ancho.</a:t>
            </a:r>
          </a:p>
          <a:p>
            <a:pPr marL="0" indent="0">
              <a:buNone/>
            </a:pPr>
            <a:r>
              <a:rPr lang="es-ES" sz="1600" dirty="0"/>
              <a:t>Deberá tener como mínimo 1 m. </a:t>
            </a:r>
            <a:r>
              <a:rPr lang="es-ES" sz="1600" b="1" dirty="0"/>
              <a:t>CORRECTO</a:t>
            </a:r>
          </a:p>
          <a:p>
            <a:pPr marL="0" indent="0">
              <a:buNone/>
            </a:pPr>
            <a:endParaRPr lang="es-ES" sz="1600" dirty="0"/>
          </a:p>
          <a:p>
            <a:pPr marL="0" indent="0">
              <a:buNone/>
            </a:pPr>
            <a:r>
              <a:rPr lang="es-ES" sz="1600" b="1" dirty="0"/>
              <a:t>E.- El ancho de las escaleras que no son de servicio, es de 1,30 m.</a:t>
            </a:r>
          </a:p>
          <a:p>
            <a:pPr marL="0" indent="0">
              <a:buNone/>
            </a:pPr>
            <a:r>
              <a:rPr lang="es-ES" sz="1600" dirty="0"/>
              <a:t>Según el art. 4.3 anexo I. Punto 7.- 4º. Las escaleras deberán tener como mínimo 1 m y tenemos 1,30. </a:t>
            </a:r>
            <a:r>
              <a:rPr lang="es-ES" sz="1600" b="1" dirty="0"/>
              <a:t>CORRECTO</a:t>
            </a:r>
          </a:p>
          <a:p>
            <a:pPr marL="0" indent="0">
              <a:buNone/>
            </a:pPr>
            <a:endParaRPr lang="es-ES" sz="1600" dirty="0"/>
          </a:p>
          <a:p>
            <a:pPr marL="0" indent="0">
              <a:buNone/>
            </a:pPr>
            <a:endParaRPr lang="es-ES" sz="160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6AD9222-9D3F-C344-9182-1BBDCDF0C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26A4185-36E5-94C2-DA66-F1F610F23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36622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 Título"/>
          <p:cNvSpPr txBox="1">
            <a:spLocks/>
          </p:cNvSpPr>
          <p:nvPr/>
        </p:nvSpPr>
        <p:spPr>
          <a:xfrm>
            <a:off x="126396" y="29498"/>
            <a:ext cx="9017604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3200" b="1" dirty="0"/>
              <a:t>2.2 Maquinaria y herramientas</a:t>
            </a:r>
          </a:p>
        </p:txBody>
      </p:sp>
      <p:sp>
        <p:nvSpPr>
          <p:cNvPr id="46" name="45 Flecha izquierda">
            <a:hlinkClick r:id="rId2" action="ppaction://hlinksldjump"/>
          </p:cNvPr>
          <p:cNvSpPr/>
          <p:nvPr/>
        </p:nvSpPr>
        <p:spPr>
          <a:xfrm>
            <a:off x="71389" y="6252795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Volver</a:t>
            </a:r>
            <a:endParaRPr lang="es-ES" sz="1200" b="1" dirty="0">
              <a:solidFill>
                <a:schemeClr val="bg1"/>
              </a:solidFill>
            </a:endParaRPr>
          </a:p>
        </p:txBody>
      </p:sp>
      <p:sp>
        <p:nvSpPr>
          <p:cNvPr id="19" name="18 CuadroTexto"/>
          <p:cNvSpPr txBox="1"/>
          <p:nvPr/>
        </p:nvSpPr>
        <p:spPr>
          <a:xfrm>
            <a:off x="4440654" y="868070"/>
            <a:ext cx="4093733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MEDIDAS DE PREVENCIÓN/PROTECCIÓN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19 Rectángulo redondeado"/>
          <p:cNvSpPr/>
          <p:nvPr/>
        </p:nvSpPr>
        <p:spPr>
          <a:xfrm>
            <a:off x="155173" y="1237401"/>
            <a:ext cx="3525368" cy="260650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solidFill>
                  <a:schemeClr val="tx1"/>
                </a:solidFill>
              </a:rPr>
              <a:t>DAÑOS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Golpes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Cortes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Atrapamientos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Amputaciones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Quemaduras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Proyección de partículas y gases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Contacto eléctrico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Incendio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Sordera</a:t>
            </a:r>
          </a:p>
        </p:txBody>
      </p:sp>
      <p:sp>
        <p:nvSpPr>
          <p:cNvPr id="21" name="20 CuadroTexto"/>
          <p:cNvSpPr txBox="1"/>
          <p:nvPr/>
        </p:nvSpPr>
        <p:spPr>
          <a:xfrm>
            <a:off x="3719001" y="1414623"/>
            <a:ext cx="542499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En el diseño de la máquina para que no suponga un riesgo en si misma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Marcado CE </a:t>
            </a:r>
            <a:r>
              <a:rPr lang="es-ES_tradnl" sz="1600" dirty="0">
                <a:sym typeface="Wingdings" panose="05000000000000000000" pitchFamily="2" charset="2"/>
              </a:rPr>
              <a:t> cumple normativa de seguridad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Medidas de protección colectiva: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Usar resguardos 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Usar pantallas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Dispositivos de seguridad: células fotoeléctricas que detienen la máquina, o doble mando.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Uso de </a:t>
            </a:r>
            <a:r>
              <a:rPr lang="es-ES_tradnl" sz="1600" dirty="0" err="1">
                <a:sym typeface="Wingdings" panose="05000000000000000000" pitchFamily="2" charset="2"/>
              </a:rPr>
              <a:t>EPIs</a:t>
            </a:r>
            <a:endParaRPr lang="es-ES_tradnl" sz="1600" dirty="0">
              <a:sym typeface="Wingdings" panose="05000000000000000000" pitchFamily="2" charset="2"/>
            </a:endParaRP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Evitar uso de prendas holgadas, cadenas…</a:t>
            </a:r>
            <a:endParaRPr lang="es-ES" sz="1600" dirty="0"/>
          </a:p>
        </p:txBody>
      </p:sp>
      <p:sp>
        <p:nvSpPr>
          <p:cNvPr id="22" name="21 CuadroTexto"/>
          <p:cNvSpPr txBox="1"/>
          <p:nvPr/>
        </p:nvSpPr>
        <p:spPr>
          <a:xfrm>
            <a:off x="4170371" y="4109539"/>
            <a:ext cx="4093733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MEDIDAS DE PREVENCIÓN/PROTECCIÓN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22 Rectángulo redondeado"/>
          <p:cNvSpPr/>
          <p:nvPr/>
        </p:nvSpPr>
        <p:spPr>
          <a:xfrm>
            <a:off x="183721" y="4478871"/>
            <a:ext cx="2933436" cy="139577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solidFill>
                  <a:schemeClr val="tx1"/>
                </a:solidFill>
              </a:rPr>
              <a:t>DAÑOS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Golpes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Caídas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Proyección de partículas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Contacto eléctrico</a:t>
            </a:r>
          </a:p>
        </p:txBody>
      </p:sp>
      <p:sp>
        <p:nvSpPr>
          <p:cNvPr id="27" name="26 CuadroTexto"/>
          <p:cNvSpPr txBox="1"/>
          <p:nvPr/>
        </p:nvSpPr>
        <p:spPr>
          <a:xfrm>
            <a:off x="3341026" y="4561859"/>
            <a:ext cx="57524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Usar las herramientas solo para el fin al que están destinadas 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Formación del uso de herramientas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Mantenimiento y revisión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Transporte adecuado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Orden y limpieza</a:t>
            </a:r>
            <a:endParaRPr lang="es-ES" sz="1600" dirty="0"/>
          </a:p>
        </p:txBody>
      </p:sp>
      <p:sp>
        <p:nvSpPr>
          <p:cNvPr id="3" name="2 CuadroTexto"/>
          <p:cNvSpPr txBox="1"/>
          <p:nvPr/>
        </p:nvSpPr>
        <p:spPr>
          <a:xfrm>
            <a:off x="1161773" y="740869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Maquinaria</a:t>
            </a:r>
            <a:endParaRPr lang="es-ES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" name="27 CuadroTexto"/>
          <p:cNvSpPr txBox="1"/>
          <p:nvPr/>
        </p:nvSpPr>
        <p:spPr>
          <a:xfrm>
            <a:off x="1161773" y="3991077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Herramientas</a:t>
            </a:r>
            <a:endParaRPr lang="es-ES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11 Rectángulo">
            <a:hlinkClick r:id="rId3"/>
          </p:cNvPr>
          <p:cNvSpPr/>
          <p:nvPr/>
        </p:nvSpPr>
        <p:spPr>
          <a:xfrm>
            <a:off x="5974159" y="5319517"/>
            <a:ext cx="27734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Búsqueda:</a:t>
            </a:r>
            <a:r>
              <a:rPr lang="es-ES_tradnl" sz="1400" b="1" dirty="0">
                <a:solidFill>
                  <a:srgbClr val="C00000"/>
                </a:solidFill>
              </a:rPr>
              <a:t> “Práctica 1 c)” </a:t>
            </a:r>
          </a:p>
        </p:txBody>
      </p:sp>
      <p:pic>
        <p:nvPicPr>
          <p:cNvPr id="13" name="12 Imagen"/>
          <p:cNvPicPr>
            <a:picLocks noChangeAspect="1"/>
          </p:cNvPicPr>
          <p:nvPr/>
        </p:nvPicPr>
        <p:blipFill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7240">
            <a:off x="6136866" y="5300528"/>
            <a:ext cx="351794" cy="442037"/>
          </a:xfrm>
          <a:prstGeom prst="rect">
            <a:avLst/>
          </a:prstGeom>
        </p:spPr>
      </p:pic>
      <p:sp>
        <p:nvSpPr>
          <p:cNvPr id="14" name="13 Rectángulo">
            <a:hlinkClick r:id="rId5"/>
          </p:cNvPr>
          <p:cNvSpPr/>
          <p:nvPr/>
        </p:nvSpPr>
        <p:spPr>
          <a:xfrm>
            <a:off x="5961443" y="5686798"/>
            <a:ext cx="27734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Búsqueda:</a:t>
            </a:r>
            <a:r>
              <a:rPr lang="es-ES_tradnl" sz="1400" b="1" dirty="0">
                <a:solidFill>
                  <a:srgbClr val="C00000"/>
                </a:solidFill>
              </a:rPr>
              <a:t> “Práctica 1 e)” </a:t>
            </a:r>
          </a:p>
        </p:txBody>
      </p:sp>
      <p:pic>
        <p:nvPicPr>
          <p:cNvPr id="15" name="14 Imagen"/>
          <p:cNvPicPr>
            <a:picLocks noChangeAspect="1"/>
          </p:cNvPicPr>
          <p:nvPr/>
        </p:nvPicPr>
        <p:blipFill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7240">
            <a:off x="6108325" y="5746583"/>
            <a:ext cx="351794" cy="44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458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537E2E-965E-63C0-355D-60120EB1F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184482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s-ES" b="1" dirty="0"/>
              <a:t>¿Qué maquinas y/o herramientas usas en tu sector profesional?</a:t>
            </a:r>
            <a:br>
              <a:rPr lang="es-ES" b="1" dirty="0"/>
            </a:br>
            <a:r>
              <a:rPr lang="es-ES" b="1" dirty="0"/>
              <a:t>¿Estás libre de peligros?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2B721BC-7822-0EA7-0AD1-794DE8C19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97B6E30-B750-B36E-1152-AB9EEF985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14</a:t>
            </a:fld>
            <a:endParaRPr lang="es-ES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0A4A684-D571-DBA5-6CCE-19B00882C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501008"/>
            <a:ext cx="2699792" cy="1799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519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2896ED4-BB3A-42EC-D841-BF938A54D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56B46B0-8CCA-0213-A3FE-58F686A43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15</a:t>
            </a:fld>
            <a:endParaRPr lang="es-ES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0CBC98E5-034F-E373-9AFB-CDD8086761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139" y="836712"/>
            <a:ext cx="8535082" cy="4959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6125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B9E1FE-42DC-CA7C-23D2-415CD3B58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654D5B2-462C-DA58-5954-591726AD1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16</a:t>
            </a:fld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2F828DC-225A-B10E-07AB-733B065E5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9" y="548680"/>
            <a:ext cx="8868891" cy="558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505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 Título"/>
          <p:cNvSpPr txBox="1">
            <a:spLocks/>
          </p:cNvSpPr>
          <p:nvPr/>
        </p:nvSpPr>
        <p:spPr>
          <a:xfrm>
            <a:off x="126396" y="29498"/>
            <a:ext cx="9017604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3200" b="1" dirty="0"/>
              <a:t>2.3 Riesgo eléctrico </a:t>
            </a:r>
          </a:p>
        </p:txBody>
      </p:sp>
      <p:sp>
        <p:nvSpPr>
          <p:cNvPr id="46" name="45 Flecha izquierda">
            <a:hlinkClick r:id="rId2" action="ppaction://hlinksldjump"/>
          </p:cNvPr>
          <p:cNvSpPr/>
          <p:nvPr/>
        </p:nvSpPr>
        <p:spPr>
          <a:xfrm>
            <a:off x="71389" y="6252795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Volver</a:t>
            </a:r>
            <a:endParaRPr lang="es-ES" sz="1200" b="1" dirty="0">
              <a:solidFill>
                <a:schemeClr val="bg1"/>
              </a:solidFill>
            </a:endParaRPr>
          </a:p>
        </p:txBody>
      </p:sp>
      <p:sp>
        <p:nvSpPr>
          <p:cNvPr id="47" name="46 Flecha derecha">
            <a:hlinkClick r:id="rId2" action="ppaction://hlinksldjump"/>
          </p:cNvPr>
          <p:cNvSpPr/>
          <p:nvPr/>
        </p:nvSpPr>
        <p:spPr>
          <a:xfrm>
            <a:off x="7507759" y="6291764"/>
            <a:ext cx="864096" cy="333348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  <p:graphicFrame>
        <p:nvGraphicFramePr>
          <p:cNvPr id="21" name="20 Diagrama"/>
          <p:cNvGraphicFramePr/>
          <p:nvPr>
            <p:extLst>
              <p:ext uri="{D42A27DB-BD31-4B8C-83A1-F6EECF244321}">
                <p14:modId xmlns:p14="http://schemas.microsoft.com/office/powerpoint/2010/main" val="1773954676"/>
              </p:ext>
            </p:extLst>
          </p:nvPr>
        </p:nvGraphicFramePr>
        <p:xfrm>
          <a:off x="123640" y="836712"/>
          <a:ext cx="8840848" cy="31683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420190"/>
              </p:ext>
            </p:extLst>
          </p:nvPr>
        </p:nvGraphicFramePr>
        <p:xfrm>
          <a:off x="126396" y="4221088"/>
          <a:ext cx="8910100" cy="169164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41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1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6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Daños según nivel</a:t>
                      </a:r>
                      <a:r>
                        <a:rPr lang="es-ES_tradnl" sz="1600" b="1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de intensidad</a:t>
                      </a:r>
                      <a:endParaRPr lang="es-ES" sz="1600" b="1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600" b="0" dirty="0">
                          <a:ln>
                            <a:noFill/>
                          </a:ln>
                        </a:rPr>
                        <a:t>1-3 </a:t>
                      </a:r>
                      <a:r>
                        <a:rPr lang="es-ES_tradnl" sz="1600" b="0" dirty="0" err="1">
                          <a:ln>
                            <a:noFill/>
                          </a:ln>
                        </a:rPr>
                        <a:t>mA</a:t>
                      </a:r>
                      <a:r>
                        <a:rPr lang="es-ES_tradnl" sz="1600" b="0" dirty="0">
                          <a:ln>
                            <a:noFill/>
                          </a:ln>
                        </a:rPr>
                        <a:t>: cosquilleos</a:t>
                      </a:r>
                      <a:endParaRPr lang="es-E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600" b="0" dirty="0">
                          <a:ln>
                            <a:noFill/>
                          </a:ln>
                        </a:rPr>
                        <a:t>25 </a:t>
                      </a:r>
                      <a:r>
                        <a:rPr lang="es-ES_tradnl" sz="1600" b="0" dirty="0" err="1">
                          <a:ln>
                            <a:noFill/>
                          </a:ln>
                        </a:rPr>
                        <a:t>mA</a:t>
                      </a:r>
                      <a:r>
                        <a:rPr lang="es-ES_tradnl" sz="1600" b="0" dirty="0">
                          <a:ln>
                            <a:noFill/>
                          </a:ln>
                        </a:rPr>
                        <a:t>: parada </a:t>
                      </a:r>
                      <a:r>
                        <a:rPr lang="es-ES_tradnl" sz="1600" b="0" dirty="0" err="1">
                          <a:ln>
                            <a:noFill/>
                          </a:ln>
                        </a:rPr>
                        <a:t>cardio</a:t>
                      </a:r>
                      <a:r>
                        <a:rPr lang="es-ES_tradnl" sz="1600" b="0" dirty="0">
                          <a:ln>
                            <a:noFill/>
                          </a:ln>
                        </a:rPr>
                        <a:t>-respiratoria si atraviesa cerebro</a:t>
                      </a:r>
                      <a:r>
                        <a:rPr lang="es-ES_tradnl" sz="1600" b="0" baseline="0" dirty="0">
                          <a:ln>
                            <a:noFill/>
                          </a:ln>
                        </a:rPr>
                        <a:t> o </a:t>
                      </a:r>
                      <a:r>
                        <a:rPr lang="es-ES_tradnl" sz="1600" b="0" baseline="0" dirty="0" err="1">
                          <a:ln>
                            <a:noFill/>
                          </a:ln>
                        </a:rPr>
                        <a:t>torax</a:t>
                      </a:r>
                      <a:endParaRPr lang="es-E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600" b="0" dirty="0">
                          <a:ln>
                            <a:noFill/>
                          </a:ln>
                        </a:rPr>
                        <a:t>5-10 </a:t>
                      </a:r>
                      <a:r>
                        <a:rPr lang="es-ES_tradnl" sz="1600" b="0" dirty="0" err="1">
                          <a:ln>
                            <a:noFill/>
                          </a:ln>
                        </a:rPr>
                        <a:t>mA</a:t>
                      </a:r>
                      <a:r>
                        <a:rPr lang="es-ES_tradnl" sz="1600" b="0" dirty="0">
                          <a:ln>
                            <a:noFill/>
                          </a:ln>
                        </a:rPr>
                        <a:t>:</a:t>
                      </a:r>
                      <a:r>
                        <a:rPr lang="es-ES_tradnl" sz="1600" b="0" baseline="0" dirty="0">
                          <a:ln>
                            <a:noFill/>
                          </a:ln>
                        </a:rPr>
                        <a:t> contracciones musculares</a:t>
                      </a:r>
                      <a:endParaRPr lang="es-E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600" b="0" dirty="0">
                          <a:ln>
                            <a:noFill/>
                          </a:ln>
                        </a:rPr>
                        <a:t>60-75 </a:t>
                      </a:r>
                      <a:r>
                        <a:rPr lang="es-ES_tradnl" sz="1600" b="0" dirty="0" err="1">
                          <a:ln>
                            <a:noFill/>
                          </a:ln>
                        </a:rPr>
                        <a:t>mA</a:t>
                      </a:r>
                      <a:r>
                        <a:rPr lang="es-ES_tradnl" sz="1600" b="0" dirty="0">
                          <a:ln>
                            <a:noFill/>
                          </a:ln>
                        </a:rPr>
                        <a:t>: fibrilación ventricular si pasa por corazón</a:t>
                      </a:r>
                      <a:endParaRPr lang="es-E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600" b="0" dirty="0">
                          <a:ln>
                            <a:noFill/>
                          </a:ln>
                        </a:rPr>
                        <a:t>10 </a:t>
                      </a:r>
                      <a:r>
                        <a:rPr lang="es-ES_tradnl" sz="1600" b="0" dirty="0" err="1">
                          <a:ln>
                            <a:noFill/>
                          </a:ln>
                        </a:rPr>
                        <a:t>mA</a:t>
                      </a:r>
                      <a:r>
                        <a:rPr lang="es-ES_tradnl" sz="1600" b="0" dirty="0">
                          <a:ln>
                            <a:noFill/>
                          </a:ln>
                        </a:rPr>
                        <a:t>: tetanización (agarrotamiento)</a:t>
                      </a:r>
                      <a:endParaRPr lang="es-E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600" b="0" dirty="0">
                          <a:ln>
                            <a:noFill/>
                          </a:ln>
                        </a:rPr>
                        <a:t>1</a:t>
                      </a:r>
                      <a:r>
                        <a:rPr lang="es-ES_tradnl" sz="1600" b="0" baseline="0" dirty="0">
                          <a:ln>
                            <a:noFill/>
                          </a:ln>
                        </a:rPr>
                        <a:t> A – 5 A paro cardíaco reversible y quemaduras graves externas e internas</a:t>
                      </a:r>
                      <a:endParaRPr lang="es-E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2243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Rectángulo">
            <a:hlinkClick r:id="rId2"/>
          </p:cNvPr>
          <p:cNvSpPr/>
          <p:nvPr/>
        </p:nvSpPr>
        <p:spPr>
          <a:xfrm>
            <a:off x="4427984" y="5632456"/>
            <a:ext cx="27734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Búsqueda:</a:t>
            </a:r>
            <a:r>
              <a:rPr lang="es-ES_tradnl" sz="1400" b="1" dirty="0">
                <a:solidFill>
                  <a:srgbClr val="C00000"/>
                </a:solidFill>
              </a:rPr>
              <a:t> “Práctica 2 b)2” </a:t>
            </a:r>
          </a:p>
        </p:txBody>
      </p:sp>
      <p:pic>
        <p:nvPicPr>
          <p:cNvPr id="11" name="10 Imagen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7240">
            <a:off x="4410153" y="5692241"/>
            <a:ext cx="351794" cy="44203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35C6608-4BDD-6332-40C2-CBFFCBB44D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20" y="0"/>
            <a:ext cx="7524328" cy="68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6110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Flecha izquierda">
            <a:hlinkClick r:id="rId2" action="ppaction://hlinksldjump"/>
          </p:cNvPr>
          <p:cNvSpPr/>
          <p:nvPr/>
        </p:nvSpPr>
        <p:spPr>
          <a:xfrm>
            <a:off x="71389" y="6237312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Volver</a:t>
            </a:r>
            <a:endParaRPr lang="es-ES" sz="1200" b="1" dirty="0">
              <a:solidFill>
                <a:schemeClr val="bg1"/>
              </a:solidFill>
            </a:endParaRPr>
          </a:p>
        </p:txBody>
      </p:sp>
      <p:sp>
        <p:nvSpPr>
          <p:cNvPr id="28" name="1 Título"/>
          <p:cNvSpPr txBox="1">
            <a:spLocks/>
          </p:cNvSpPr>
          <p:nvPr/>
        </p:nvSpPr>
        <p:spPr>
          <a:xfrm>
            <a:off x="173588" y="1683"/>
            <a:ext cx="8970411" cy="691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3600" b="1" dirty="0"/>
              <a:t>2.4 El riesgo de incendio</a:t>
            </a:r>
          </a:p>
        </p:txBody>
      </p:sp>
      <p:sp>
        <p:nvSpPr>
          <p:cNvPr id="5" name="4 CuadroTexto"/>
          <p:cNvSpPr txBox="1"/>
          <p:nvPr/>
        </p:nvSpPr>
        <p:spPr>
          <a:xfrm>
            <a:off x="389620" y="1285426"/>
            <a:ext cx="1944216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/>
              <a:t>Combustible</a:t>
            </a:r>
          </a:p>
          <a:p>
            <a:pPr algn="ctr"/>
            <a:r>
              <a:rPr lang="es-ES_tradnl" dirty="0"/>
              <a:t>Materia que arde</a:t>
            </a:r>
            <a:endParaRPr lang="es-ES" dirty="0"/>
          </a:p>
        </p:txBody>
      </p:sp>
      <p:sp>
        <p:nvSpPr>
          <p:cNvPr id="27" name="26 CuadroTexto"/>
          <p:cNvSpPr txBox="1"/>
          <p:nvPr/>
        </p:nvSpPr>
        <p:spPr>
          <a:xfrm>
            <a:off x="390407" y="2018179"/>
            <a:ext cx="1944216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/>
              <a:t>Comburente</a:t>
            </a:r>
          </a:p>
          <a:p>
            <a:pPr algn="ctr"/>
            <a:r>
              <a:rPr lang="es-ES_tradnl" dirty="0"/>
              <a:t>Oxígeno en el aire</a:t>
            </a:r>
            <a:endParaRPr lang="es-ES" dirty="0"/>
          </a:p>
        </p:txBody>
      </p:sp>
      <p:sp>
        <p:nvSpPr>
          <p:cNvPr id="30" name="29 CuadroTexto"/>
          <p:cNvSpPr txBox="1"/>
          <p:nvPr/>
        </p:nvSpPr>
        <p:spPr>
          <a:xfrm>
            <a:off x="2921732" y="1285426"/>
            <a:ext cx="2364432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/>
              <a:t>Energía de activación </a:t>
            </a:r>
            <a:r>
              <a:rPr lang="es-ES_tradnl" dirty="0"/>
              <a:t>o foco de calor</a:t>
            </a:r>
            <a:endParaRPr lang="es-ES" dirty="0"/>
          </a:p>
        </p:txBody>
      </p:sp>
      <p:sp>
        <p:nvSpPr>
          <p:cNvPr id="31" name="30 CuadroTexto"/>
          <p:cNvSpPr txBox="1"/>
          <p:nvPr/>
        </p:nvSpPr>
        <p:spPr>
          <a:xfrm>
            <a:off x="2921732" y="2156679"/>
            <a:ext cx="2364432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/>
              <a:t>Reacción en cadena</a:t>
            </a:r>
            <a:endParaRPr lang="es-ES" b="1" dirty="0"/>
          </a:p>
        </p:txBody>
      </p:sp>
      <p:cxnSp>
        <p:nvCxnSpPr>
          <p:cNvPr id="7" name="6 Conector recto"/>
          <p:cNvCxnSpPr>
            <a:stCxn id="5" idx="3"/>
            <a:endCxn id="31" idx="1"/>
          </p:cNvCxnSpPr>
          <p:nvPr/>
        </p:nvCxnSpPr>
        <p:spPr>
          <a:xfrm>
            <a:off x="2333836" y="1608592"/>
            <a:ext cx="587896" cy="73275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>
            <a:stCxn id="27" idx="3"/>
            <a:endCxn id="30" idx="1"/>
          </p:cNvCxnSpPr>
          <p:nvPr/>
        </p:nvCxnSpPr>
        <p:spPr>
          <a:xfrm flipV="1">
            <a:off x="2334623" y="1608592"/>
            <a:ext cx="587109" cy="73275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0 CuadroTexto"/>
          <p:cNvSpPr txBox="1"/>
          <p:nvPr/>
        </p:nvSpPr>
        <p:spPr>
          <a:xfrm>
            <a:off x="946928" y="836712"/>
            <a:ext cx="358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Tetraedro del fuego</a:t>
            </a:r>
            <a:endParaRPr lang="es-ES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8" name="1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138726"/>
              </p:ext>
            </p:extLst>
          </p:nvPr>
        </p:nvGraphicFramePr>
        <p:xfrm>
          <a:off x="5797837" y="815390"/>
          <a:ext cx="2952328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algn="ctr"/>
                      <a:r>
                        <a:rPr lang="es-ES_tradnl" dirty="0">
                          <a:solidFill>
                            <a:schemeClr val="bg1"/>
                          </a:solidFill>
                        </a:rPr>
                        <a:t>Tipo de Combustible</a:t>
                      </a:r>
                      <a:endParaRPr lang="es-E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b="1" dirty="0">
                          <a:solidFill>
                            <a:schemeClr val="bg1"/>
                          </a:solidFill>
                        </a:rPr>
                        <a:t>Clase A: Sólidos</a:t>
                      </a:r>
                      <a:endParaRPr lang="es-E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Clase B: Líquidos</a:t>
                      </a:r>
                      <a:endParaRPr lang="es-E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Clase C: Gaseosos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Clase D: Metales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2" name="41 CuadroTexto"/>
          <p:cNvSpPr txBox="1"/>
          <p:nvPr/>
        </p:nvSpPr>
        <p:spPr>
          <a:xfrm>
            <a:off x="4074861" y="2901286"/>
            <a:ext cx="4093733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MEDIDAS DE PREVENCIÓN/PROTECCIÓN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" name="43 Rectángulo redondeado"/>
          <p:cNvSpPr/>
          <p:nvPr/>
        </p:nvSpPr>
        <p:spPr>
          <a:xfrm>
            <a:off x="159816" y="2924944"/>
            <a:ext cx="3157306" cy="296831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solidFill>
                  <a:schemeClr val="tx1"/>
                </a:solidFill>
              </a:rPr>
              <a:t>DAÑOS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Muerte por asfixia e intoxicación por humos y gases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Quemaduras internas por inhalación de humos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Quemaduras externas por las llamas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Atrapamientos y avalanchas ocasionadas por el pánicos</a:t>
            </a:r>
          </a:p>
        </p:txBody>
      </p:sp>
      <p:sp>
        <p:nvSpPr>
          <p:cNvPr id="45" name="44 CuadroTexto"/>
          <p:cNvSpPr txBox="1"/>
          <p:nvPr/>
        </p:nvSpPr>
        <p:spPr>
          <a:xfrm>
            <a:off x="3317121" y="3270618"/>
            <a:ext cx="575242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Diseño de edificios contando con el uso de materiales difícilmente inflamables, protegiendo instalaciones eléctricas y con puertas cortafuegos.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Adecuado almacenamiento de las sustancias y productos inflamables.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Prevenir la electricidad estática en ambientes inflamables.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Instalar sistemas de detección y alarma automáticos que detecten los humos o la temperatura.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Instalar sistemas de extinción fijos, extintores portátiles y formación.</a:t>
            </a:r>
            <a:endParaRPr lang="es-ES" sz="1600" dirty="0"/>
          </a:p>
        </p:txBody>
      </p:sp>
      <p:sp>
        <p:nvSpPr>
          <p:cNvPr id="53" name="52 Rectángulo">
            <a:hlinkClick r:id="rId3"/>
          </p:cNvPr>
          <p:cNvSpPr/>
          <p:nvPr/>
        </p:nvSpPr>
        <p:spPr>
          <a:xfrm>
            <a:off x="5532380" y="5671275"/>
            <a:ext cx="24239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Búsqueda:</a:t>
            </a:r>
            <a:r>
              <a:rPr lang="es-ES_tradnl" sz="1400" b="1" dirty="0">
                <a:solidFill>
                  <a:srgbClr val="C00000"/>
                </a:solidFill>
              </a:rPr>
              <a:t> “Uso del Extintor” </a:t>
            </a:r>
          </a:p>
        </p:txBody>
      </p:sp>
      <p:pic>
        <p:nvPicPr>
          <p:cNvPr id="54" name="53 Imagen"/>
          <p:cNvPicPr>
            <a:picLocks noChangeAspect="1"/>
          </p:cNvPicPr>
          <p:nvPr/>
        </p:nvPicPr>
        <p:blipFill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7240">
            <a:off x="5356483" y="5745799"/>
            <a:ext cx="351794" cy="442037"/>
          </a:xfrm>
          <a:prstGeom prst="rect">
            <a:avLst/>
          </a:prstGeom>
        </p:spPr>
      </p:pic>
      <p:sp>
        <p:nvSpPr>
          <p:cNvPr id="17" name="16 CuadroTexto">
            <a:hlinkClick r:id="rId5" action="ppaction://hlinksldjump"/>
          </p:cNvPr>
          <p:cNvSpPr txBox="1"/>
          <p:nvPr/>
        </p:nvSpPr>
        <p:spPr>
          <a:xfrm>
            <a:off x="3215680" y="6165304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pic>
        <p:nvPicPr>
          <p:cNvPr id="19" name="18 Imagen"/>
          <p:cNvPicPr>
            <a:picLocks noChangeAspect="1"/>
          </p:cNvPicPr>
          <p:nvPr/>
        </p:nvPicPr>
        <p:blipFill>
          <a:blip r:embed="rId6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000944" y="6277629"/>
            <a:ext cx="287793" cy="36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7428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32 CuadroTexto">
            <a:hlinkClick r:id="rId2" action="ppaction://hlinksldjump"/>
          </p:cNvPr>
          <p:cNvSpPr txBox="1"/>
          <p:nvPr/>
        </p:nvSpPr>
        <p:spPr>
          <a:xfrm>
            <a:off x="3215680" y="6165304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sp>
        <p:nvSpPr>
          <p:cNvPr id="43" name="1 Título"/>
          <p:cNvSpPr txBox="1">
            <a:spLocks/>
          </p:cNvSpPr>
          <p:nvPr/>
        </p:nvSpPr>
        <p:spPr>
          <a:xfrm>
            <a:off x="148256" y="42626"/>
            <a:ext cx="8995744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b="1" dirty="0"/>
              <a:t>3. Factores de riesgo de las condiciones medioambientales</a:t>
            </a:r>
          </a:p>
        </p:txBody>
      </p:sp>
      <p:pic>
        <p:nvPicPr>
          <p:cNvPr id="44" name="43 Imagen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000944" y="6277629"/>
            <a:ext cx="287793" cy="361618"/>
          </a:xfrm>
          <a:prstGeom prst="rect">
            <a:avLst/>
          </a:prstGeom>
        </p:spPr>
      </p:pic>
      <p:sp>
        <p:nvSpPr>
          <p:cNvPr id="49" name="48 Flecha izquierda">
            <a:hlinkClick r:id="rId4" action="ppaction://hlinksldjump"/>
          </p:cNvPr>
          <p:cNvSpPr/>
          <p:nvPr/>
        </p:nvSpPr>
        <p:spPr>
          <a:xfrm>
            <a:off x="71389" y="6252795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sp>
        <p:nvSpPr>
          <p:cNvPr id="50" name="49 Flecha derecha">
            <a:hlinkClick r:id="rId5" action="ppaction://hlinksldjump"/>
          </p:cNvPr>
          <p:cNvSpPr/>
          <p:nvPr/>
        </p:nvSpPr>
        <p:spPr>
          <a:xfrm>
            <a:off x="7507759" y="6318482"/>
            <a:ext cx="864096" cy="267661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  <p:graphicFrame>
        <p:nvGraphicFramePr>
          <p:cNvPr id="20" name="19 Diagrama"/>
          <p:cNvGraphicFramePr/>
          <p:nvPr>
            <p:extLst>
              <p:ext uri="{D42A27DB-BD31-4B8C-83A1-F6EECF244321}">
                <p14:modId xmlns:p14="http://schemas.microsoft.com/office/powerpoint/2010/main" val="4037490331"/>
              </p:ext>
            </p:extLst>
          </p:nvPr>
        </p:nvGraphicFramePr>
        <p:xfrm>
          <a:off x="1115617" y="1268760"/>
          <a:ext cx="6824190" cy="4192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pic>
        <p:nvPicPr>
          <p:cNvPr id="21" name="20 Imagen"/>
          <p:cNvPicPr>
            <a:picLocks noChangeAspect="1"/>
          </p:cNvPicPr>
          <p:nvPr/>
        </p:nvPicPr>
        <p:blipFill>
          <a:blip r:embed="rId1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4710154" y="2381529"/>
            <a:ext cx="351794" cy="442037"/>
          </a:xfrm>
          <a:prstGeom prst="rect">
            <a:avLst/>
          </a:prstGeom>
        </p:spPr>
      </p:pic>
      <p:pic>
        <p:nvPicPr>
          <p:cNvPr id="24" name="23 Imagen"/>
          <p:cNvPicPr>
            <a:picLocks noChangeAspect="1"/>
          </p:cNvPicPr>
          <p:nvPr/>
        </p:nvPicPr>
        <p:blipFill>
          <a:blip r:embed="rId1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4710154" y="3621260"/>
            <a:ext cx="351794" cy="442037"/>
          </a:xfrm>
          <a:prstGeom prst="rect">
            <a:avLst/>
          </a:prstGeom>
        </p:spPr>
      </p:pic>
      <p:pic>
        <p:nvPicPr>
          <p:cNvPr id="25" name="24 Imagen"/>
          <p:cNvPicPr>
            <a:picLocks noChangeAspect="1"/>
          </p:cNvPicPr>
          <p:nvPr/>
        </p:nvPicPr>
        <p:blipFill>
          <a:blip r:embed="rId11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4750569" y="5001109"/>
            <a:ext cx="351794" cy="44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7550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Título"/>
          <p:cNvSpPr txBox="1">
            <a:spLocks/>
          </p:cNvSpPr>
          <p:nvPr/>
        </p:nvSpPr>
        <p:spPr>
          <a:xfrm>
            <a:off x="71389" y="42626"/>
            <a:ext cx="9072611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2600" b="1" dirty="0"/>
              <a:t>3.1 Agentes físicos</a:t>
            </a:r>
          </a:p>
        </p:txBody>
      </p:sp>
      <p:sp>
        <p:nvSpPr>
          <p:cNvPr id="14" name="13 Flecha izquierda">
            <a:hlinkClick r:id="rId2" action="ppaction://hlinksldjump"/>
          </p:cNvPr>
          <p:cNvSpPr/>
          <p:nvPr/>
        </p:nvSpPr>
        <p:spPr>
          <a:xfrm>
            <a:off x="71389" y="6315511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Volver</a:t>
            </a:r>
            <a:endParaRPr lang="es-ES" sz="1200" b="1" dirty="0">
              <a:solidFill>
                <a:schemeClr val="bg1"/>
              </a:solidFill>
            </a:endParaRPr>
          </a:p>
        </p:txBody>
      </p:sp>
      <p:sp>
        <p:nvSpPr>
          <p:cNvPr id="15" name="14 Flecha derecha"/>
          <p:cNvSpPr/>
          <p:nvPr/>
        </p:nvSpPr>
        <p:spPr>
          <a:xfrm>
            <a:off x="7507759" y="6291764"/>
            <a:ext cx="864096" cy="333348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  <p:graphicFrame>
        <p:nvGraphicFramePr>
          <p:cNvPr id="9" name="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807529"/>
              </p:ext>
            </p:extLst>
          </p:nvPr>
        </p:nvGraphicFramePr>
        <p:xfrm>
          <a:off x="387450" y="1340768"/>
          <a:ext cx="2952328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algn="ctr"/>
                      <a:r>
                        <a:rPr lang="es-ES_tradnl" dirty="0">
                          <a:solidFill>
                            <a:schemeClr val="bg1"/>
                          </a:solidFill>
                        </a:rPr>
                        <a:t>Tipos de ruido</a:t>
                      </a:r>
                      <a:endParaRPr lang="es-E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Ruido Continuo</a:t>
                      </a:r>
                      <a:endParaRPr lang="es-E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Ruido discontinuo</a:t>
                      </a:r>
                      <a:endParaRPr lang="es-E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Ruido de pico o impacto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10 CuadroTexto"/>
          <p:cNvSpPr txBox="1"/>
          <p:nvPr/>
        </p:nvSpPr>
        <p:spPr>
          <a:xfrm>
            <a:off x="251520" y="3027210"/>
            <a:ext cx="4093733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MEDIDAS DE PREVENCIÓN/PROTECCIÓN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15 Rectángulo redondeado"/>
          <p:cNvSpPr/>
          <p:nvPr/>
        </p:nvSpPr>
        <p:spPr>
          <a:xfrm>
            <a:off x="5022337" y="1412776"/>
            <a:ext cx="3857990" cy="250796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solidFill>
                  <a:schemeClr val="tx1"/>
                </a:solidFill>
              </a:rPr>
              <a:t>DAÑOS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Sordera profesional irreversible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Fatiga auditiva 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Irritabilidad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Dolores de cabeza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Estrés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Taquicardia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Insomnio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Problemas digestivos</a:t>
            </a:r>
          </a:p>
        </p:txBody>
      </p:sp>
      <p:sp>
        <p:nvSpPr>
          <p:cNvPr id="17" name="16 CuadroTexto"/>
          <p:cNvSpPr txBox="1"/>
          <p:nvPr/>
        </p:nvSpPr>
        <p:spPr>
          <a:xfrm>
            <a:off x="395536" y="3448007"/>
            <a:ext cx="780991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Medias técnicas y organizativas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Sustitución maquinaria y otras instalaciones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Mantenimiento y revisión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Disminución del tiempo de exposición de los trabajadores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Insonorización de locales y talleres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Evaluación nivel ruido cada 3 años si &gt; 80dB y anual si &gt;85dB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Reconocimientos médicos cada 5 años o cada 3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Señalización </a:t>
            </a:r>
          </a:p>
          <a:p>
            <a:pPr marL="742950" lvl="1" indent="-285750">
              <a:buFont typeface="Arial" charset="0"/>
              <a:buChar char="•"/>
            </a:pPr>
            <a:endParaRPr lang="es-ES_tradnl" sz="1600" dirty="0"/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Medidas sobre los trabajadores (a partir de 80 dB media día o semana)</a:t>
            </a:r>
          </a:p>
          <a:p>
            <a:r>
              <a:rPr lang="es-ES_tradnl" sz="1600" b="1" dirty="0"/>
              <a:t>       información y formación, </a:t>
            </a:r>
            <a:r>
              <a:rPr lang="es-ES_tradnl" sz="1600" b="1" dirty="0" err="1"/>
              <a:t>EPIs</a:t>
            </a:r>
            <a:endParaRPr lang="es-ES" sz="1600" b="1" dirty="0"/>
          </a:p>
        </p:txBody>
      </p:sp>
      <p:sp>
        <p:nvSpPr>
          <p:cNvPr id="2" name="1 CuadroTexto"/>
          <p:cNvSpPr txBox="1"/>
          <p:nvPr/>
        </p:nvSpPr>
        <p:spPr>
          <a:xfrm>
            <a:off x="395536" y="821447"/>
            <a:ext cx="251996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RUIDO</a:t>
            </a:r>
            <a:endPara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3040663" y="821447"/>
            <a:ext cx="5164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ym typeface="Wingdings" panose="05000000000000000000" pitchFamily="2" charset="2"/>
              </a:rPr>
              <a:t></a:t>
            </a:r>
            <a:r>
              <a:rPr lang="es-ES_tradnl" dirty="0"/>
              <a:t>Por normativa el límite máx. 87dB</a:t>
            </a:r>
            <a:endParaRPr lang="es-ES" dirty="0"/>
          </a:p>
        </p:txBody>
      </p:sp>
      <p:sp>
        <p:nvSpPr>
          <p:cNvPr id="18" name="17 Rectángulo">
            <a:hlinkClick r:id="rId3"/>
          </p:cNvPr>
          <p:cNvSpPr/>
          <p:nvPr/>
        </p:nvSpPr>
        <p:spPr>
          <a:xfrm>
            <a:off x="6121019" y="5450203"/>
            <a:ext cx="27734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Búsqueda:</a:t>
            </a:r>
            <a:r>
              <a:rPr lang="es-ES_tradnl" sz="1400" b="1" dirty="0">
                <a:solidFill>
                  <a:srgbClr val="C00000"/>
                </a:solidFill>
              </a:rPr>
              <a:t> “Práctica 3 e)” </a:t>
            </a:r>
          </a:p>
        </p:txBody>
      </p:sp>
      <p:pic>
        <p:nvPicPr>
          <p:cNvPr id="19" name="18 Imagen"/>
          <p:cNvPicPr>
            <a:picLocks noChangeAspect="1"/>
          </p:cNvPicPr>
          <p:nvPr/>
        </p:nvPicPr>
        <p:blipFill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7240">
            <a:off x="6282447" y="5509988"/>
            <a:ext cx="351794" cy="44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986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Título"/>
          <p:cNvSpPr txBox="1">
            <a:spLocks/>
          </p:cNvSpPr>
          <p:nvPr/>
        </p:nvSpPr>
        <p:spPr>
          <a:xfrm>
            <a:off x="71389" y="42626"/>
            <a:ext cx="9072611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2600" b="1" dirty="0"/>
              <a:t>3.1 Agentes físicos</a:t>
            </a:r>
          </a:p>
        </p:txBody>
      </p:sp>
      <p:sp>
        <p:nvSpPr>
          <p:cNvPr id="14" name="13 Flecha izquierda">
            <a:hlinkClick r:id="rId2" action="ppaction://hlinksldjump"/>
          </p:cNvPr>
          <p:cNvSpPr/>
          <p:nvPr/>
        </p:nvSpPr>
        <p:spPr>
          <a:xfrm>
            <a:off x="71389" y="6252795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sp>
        <p:nvSpPr>
          <p:cNvPr id="15" name="14 Flecha derecha"/>
          <p:cNvSpPr/>
          <p:nvPr/>
        </p:nvSpPr>
        <p:spPr>
          <a:xfrm>
            <a:off x="7507759" y="6291764"/>
            <a:ext cx="864096" cy="333348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  <p:graphicFrame>
        <p:nvGraphicFramePr>
          <p:cNvPr id="9" name="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853766"/>
              </p:ext>
            </p:extLst>
          </p:nvPr>
        </p:nvGraphicFramePr>
        <p:xfrm>
          <a:off x="395536" y="1700808"/>
          <a:ext cx="2952328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algn="ctr"/>
                      <a:r>
                        <a:rPr lang="es-ES_tradnl" dirty="0">
                          <a:solidFill>
                            <a:schemeClr val="bg1"/>
                          </a:solidFill>
                        </a:rPr>
                        <a:t>Tipos de contacto</a:t>
                      </a:r>
                      <a:endParaRPr lang="es-E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Transmisión mano-brazo</a:t>
                      </a:r>
                      <a:endParaRPr lang="es-E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Transmisión al cuerpo entero</a:t>
                      </a:r>
                      <a:endParaRPr lang="es-E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10 CuadroTexto"/>
          <p:cNvSpPr txBox="1"/>
          <p:nvPr/>
        </p:nvSpPr>
        <p:spPr>
          <a:xfrm>
            <a:off x="251520" y="3209283"/>
            <a:ext cx="4093733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MEDIDAS DE PREVENCIÓN/PROTECCIÓN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15 Rectángulo redondeado"/>
          <p:cNvSpPr/>
          <p:nvPr/>
        </p:nvSpPr>
        <p:spPr>
          <a:xfrm>
            <a:off x="4621866" y="1412776"/>
            <a:ext cx="4272633" cy="225722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solidFill>
                  <a:schemeClr val="tx1"/>
                </a:solidFill>
              </a:rPr>
              <a:t>DAÑOS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Transmisión mano-brazo:</a:t>
            </a:r>
          </a:p>
          <a:p>
            <a:pPr marL="742950" lvl="1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Síndrome de dedo blanco o </a:t>
            </a:r>
            <a:r>
              <a:rPr lang="es-ES_tradnl" sz="1600" dirty="0" err="1">
                <a:solidFill>
                  <a:schemeClr val="tx1"/>
                </a:solidFill>
              </a:rPr>
              <a:t>Raynaud</a:t>
            </a:r>
            <a:endParaRPr lang="es-ES_tradnl" sz="1600" dirty="0">
              <a:solidFill>
                <a:schemeClr val="tx1"/>
              </a:solidFill>
            </a:endParaRPr>
          </a:p>
          <a:p>
            <a:pPr marL="742950" lvl="1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Artrosis de codo</a:t>
            </a:r>
          </a:p>
          <a:p>
            <a:pPr marL="742950" lvl="1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Lesiones de muñeca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Transmisión cuerpo entero</a:t>
            </a:r>
          </a:p>
          <a:p>
            <a:pPr marL="742950" lvl="1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Dolores de espalda, lumbalgias, hernias</a:t>
            </a:r>
          </a:p>
          <a:p>
            <a:pPr marL="742950" lvl="1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Mareos, vómitos</a:t>
            </a:r>
          </a:p>
        </p:txBody>
      </p:sp>
      <p:sp>
        <p:nvSpPr>
          <p:cNvPr id="17" name="16 CuadroTexto"/>
          <p:cNvSpPr txBox="1"/>
          <p:nvPr/>
        </p:nvSpPr>
        <p:spPr>
          <a:xfrm>
            <a:off x="383711" y="3784062"/>
            <a:ext cx="780991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Diseño de maquinaria y herramientas con amortiguadores y elementos </a:t>
            </a:r>
            <a:r>
              <a:rPr lang="es-ES_tradnl" sz="1600" dirty="0" err="1"/>
              <a:t>antibrivatorios</a:t>
            </a:r>
            <a:endParaRPr lang="es-ES_tradnl" sz="1600" dirty="0"/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Utilización de asientos antivibratorios en vehículos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Adecuado mantenimiento y revisión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Realización de pausas y descansos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Rotaciones de personal con el objeto de reducir el tiempo de exposición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Información y formación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Uso de </a:t>
            </a:r>
            <a:r>
              <a:rPr lang="es-ES_tradnl" sz="1600" dirty="0" err="1"/>
              <a:t>EPIs</a:t>
            </a:r>
            <a:endParaRPr lang="es-ES" sz="1600" dirty="0"/>
          </a:p>
        </p:txBody>
      </p:sp>
      <p:sp>
        <p:nvSpPr>
          <p:cNvPr id="2" name="1 CuadroTexto"/>
          <p:cNvSpPr txBox="1"/>
          <p:nvPr/>
        </p:nvSpPr>
        <p:spPr>
          <a:xfrm>
            <a:off x="395536" y="913160"/>
            <a:ext cx="251996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VIBRACIONES</a:t>
            </a:r>
            <a:endPara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3028838" y="888446"/>
            <a:ext cx="5164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ym typeface="Wingdings" panose="05000000000000000000" pitchFamily="2" charset="2"/>
              </a:rPr>
              <a:t></a:t>
            </a:r>
            <a:r>
              <a:rPr lang="es-ES_tradnl" dirty="0"/>
              <a:t>cuando el cuerpo se mueve alternativamente</a:t>
            </a:r>
            <a:endParaRPr lang="es-ES" dirty="0"/>
          </a:p>
        </p:txBody>
      </p:sp>
      <p:sp>
        <p:nvSpPr>
          <p:cNvPr id="18" name="17 Rectángulo">
            <a:hlinkClick r:id="rId3"/>
          </p:cNvPr>
          <p:cNvSpPr/>
          <p:nvPr/>
        </p:nvSpPr>
        <p:spPr>
          <a:xfrm>
            <a:off x="5623056" y="5608837"/>
            <a:ext cx="27734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Búsqueda:</a:t>
            </a:r>
            <a:r>
              <a:rPr lang="es-ES_tradnl" sz="1400" b="1" dirty="0">
                <a:solidFill>
                  <a:srgbClr val="C00000"/>
                </a:solidFill>
              </a:rPr>
              <a:t> “Práctica 4 b)” </a:t>
            </a:r>
          </a:p>
        </p:txBody>
      </p:sp>
      <p:pic>
        <p:nvPicPr>
          <p:cNvPr id="19" name="18 Imagen"/>
          <p:cNvPicPr>
            <a:picLocks noChangeAspect="1"/>
          </p:cNvPicPr>
          <p:nvPr/>
        </p:nvPicPr>
        <p:blipFill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7240">
            <a:off x="5784484" y="5668622"/>
            <a:ext cx="351794" cy="44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4828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Título"/>
          <p:cNvSpPr txBox="1">
            <a:spLocks/>
          </p:cNvSpPr>
          <p:nvPr/>
        </p:nvSpPr>
        <p:spPr>
          <a:xfrm>
            <a:off x="71389" y="42626"/>
            <a:ext cx="9072611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2600" b="1" dirty="0"/>
              <a:t>3.1 Agentes físicos</a:t>
            </a:r>
          </a:p>
        </p:txBody>
      </p:sp>
      <p:sp>
        <p:nvSpPr>
          <p:cNvPr id="14" name="13 Flecha izquierda">
            <a:hlinkClick r:id="rId2" action="ppaction://hlinksldjump"/>
          </p:cNvPr>
          <p:cNvSpPr/>
          <p:nvPr/>
        </p:nvSpPr>
        <p:spPr>
          <a:xfrm>
            <a:off x="71389" y="6252795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sp>
        <p:nvSpPr>
          <p:cNvPr id="15" name="14 Flecha derecha"/>
          <p:cNvSpPr/>
          <p:nvPr/>
        </p:nvSpPr>
        <p:spPr>
          <a:xfrm>
            <a:off x="7507759" y="6291764"/>
            <a:ext cx="864096" cy="333348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  <p:graphicFrame>
        <p:nvGraphicFramePr>
          <p:cNvPr id="9" name="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973048"/>
              </p:ext>
            </p:extLst>
          </p:nvPr>
        </p:nvGraphicFramePr>
        <p:xfrm>
          <a:off x="395536" y="1700808"/>
          <a:ext cx="2952328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algn="ctr"/>
                      <a:r>
                        <a:rPr lang="es-ES_tradnl" dirty="0">
                          <a:solidFill>
                            <a:schemeClr val="bg1"/>
                          </a:solidFill>
                        </a:rPr>
                        <a:t>Tipos de radiaciones</a:t>
                      </a:r>
                      <a:endParaRPr lang="es-E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Radiaciones ionizantes</a:t>
                      </a:r>
                      <a:endParaRPr lang="es-E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Radiaciones</a:t>
                      </a:r>
                      <a:r>
                        <a:rPr lang="es-ES_tradnl" sz="18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no ionizantes</a:t>
                      </a:r>
                      <a:endParaRPr lang="es-E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10 CuadroTexto"/>
          <p:cNvSpPr txBox="1"/>
          <p:nvPr/>
        </p:nvSpPr>
        <p:spPr>
          <a:xfrm>
            <a:off x="251520" y="3209283"/>
            <a:ext cx="4093733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MEDIDAS DE PREVENCIÓN/PROTECCIÓN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15 Rectángulo redondeado"/>
          <p:cNvSpPr/>
          <p:nvPr/>
        </p:nvSpPr>
        <p:spPr>
          <a:xfrm>
            <a:off x="4788024" y="1392537"/>
            <a:ext cx="3749988" cy="216583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solidFill>
                  <a:schemeClr val="tx1"/>
                </a:solidFill>
              </a:rPr>
              <a:t>DAÑOS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Rayos infrarrojos y ultravioletas:</a:t>
            </a:r>
          </a:p>
          <a:p>
            <a:pPr marL="742950" lvl="1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Quemaduras y daños en la piel</a:t>
            </a:r>
          </a:p>
          <a:p>
            <a:pPr marL="742950" lvl="1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Conjuntivitis, cataratas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Radiaciones ionizantes:</a:t>
            </a:r>
          </a:p>
          <a:p>
            <a:pPr marL="742950" lvl="1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Cáncer profesional</a:t>
            </a:r>
          </a:p>
          <a:p>
            <a:pPr marL="742950" lvl="1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Efectos sobre la reproducción</a:t>
            </a:r>
          </a:p>
        </p:txBody>
      </p:sp>
      <p:sp>
        <p:nvSpPr>
          <p:cNvPr id="17" name="16 CuadroTexto"/>
          <p:cNvSpPr txBox="1"/>
          <p:nvPr/>
        </p:nvSpPr>
        <p:spPr>
          <a:xfrm>
            <a:off x="383711" y="3784062"/>
            <a:ext cx="78099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Señalización obligatoria de la zona de riesgo y del uso obligatorio de </a:t>
            </a:r>
            <a:r>
              <a:rPr lang="es-ES_tradnl" sz="1600" dirty="0" err="1"/>
              <a:t>EPIs</a:t>
            </a:r>
            <a:endParaRPr lang="es-ES_tradnl" sz="1600" dirty="0"/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Vigilancia periódica de la salud  para evaluar el nivel de radiaciones recibido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Limitación del tiempo de exposición a las radiaciones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Obligación de usar </a:t>
            </a:r>
            <a:r>
              <a:rPr lang="es-ES_tradnl" sz="1600" dirty="0" err="1"/>
              <a:t>EPIs</a:t>
            </a:r>
            <a:r>
              <a:rPr lang="es-ES_tradnl" sz="1600" dirty="0"/>
              <a:t> adecuados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Formación e información</a:t>
            </a:r>
            <a:endParaRPr lang="es-ES" sz="1600" dirty="0"/>
          </a:p>
        </p:txBody>
      </p:sp>
      <p:sp>
        <p:nvSpPr>
          <p:cNvPr id="2" name="1 CuadroTexto"/>
          <p:cNvSpPr txBox="1"/>
          <p:nvPr/>
        </p:nvSpPr>
        <p:spPr>
          <a:xfrm>
            <a:off x="417903" y="888446"/>
            <a:ext cx="251996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RADIACIONES</a:t>
            </a:r>
            <a:endPara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3028838" y="888446"/>
            <a:ext cx="5164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ym typeface="Wingdings" panose="05000000000000000000" pitchFamily="2" charset="2"/>
              </a:rPr>
              <a:t></a:t>
            </a:r>
            <a:r>
              <a:rPr lang="es-ES_tradnl" dirty="0"/>
              <a:t>Energías que se propagan en el espacio</a:t>
            </a:r>
            <a:endParaRPr lang="es-ES" dirty="0"/>
          </a:p>
        </p:txBody>
      </p:sp>
      <p:sp>
        <p:nvSpPr>
          <p:cNvPr id="13" name="12 Rectángulo">
            <a:hlinkClick r:id="rId3"/>
          </p:cNvPr>
          <p:cNvSpPr/>
          <p:nvPr/>
        </p:nvSpPr>
        <p:spPr>
          <a:xfrm>
            <a:off x="148258" y="5581863"/>
            <a:ext cx="27734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Búsqueda:</a:t>
            </a:r>
            <a:r>
              <a:rPr lang="es-ES_tradnl" sz="1400" b="1" dirty="0">
                <a:solidFill>
                  <a:srgbClr val="C00000"/>
                </a:solidFill>
              </a:rPr>
              <a:t> “Práctica 5 a)1” </a:t>
            </a:r>
          </a:p>
        </p:txBody>
      </p:sp>
      <p:pic>
        <p:nvPicPr>
          <p:cNvPr id="20" name="19 Imagen"/>
          <p:cNvPicPr>
            <a:picLocks noChangeAspect="1"/>
          </p:cNvPicPr>
          <p:nvPr/>
        </p:nvPicPr>
        <p:blipFill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7240">
            <a:off x="309686" y="5641648"/>
            <a:ext cx="351794" cy="442037"/>
          </a:xfrm>
          <a:prstGeom prst="rect">
            <a:avLst/>
          </a:prstGeom>
        </p:spPr>
      </p:pic>
      <p:sp>
        <p:nvSpPr>
          <p:cNvPr id="25" name="24 Rectángulo">
            <a:hlinkClick r:id="rId5"/>
          </p:cNvPr>
          <p:cNvSpPr/>
          <p:nvPr/>
        </p:nvSpPr>
        <p:spPr>
          <a:xfrm>
            <a:off x="2824890" y="5554889"/>
            <a:ext cx="27734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Búsqueda:</a:t>
            </a:r>
            <a:r>
              <a:rPr lang="es-ES_tradnl" sz="1400" b="1" dirty="0">
                <a:solidFill>
                  <a:srgbClr val="C00000"/>
                </a:solidFill>
              </a:rPr>
              <a:t> “Práctica 5 a)2” </a:t>
            </a:r>
          </a:p>
        </p:txBody>
      </p:sp>
      <p:pic>
        <p:nvPicPr>
          <p:cNvPr id="26" name="25 Imagen"/>
          <p:cNvPicPr>
            <a:picLocks noChangeAspect="1"/>
          </p:cNvPicPr>
          <p:nvPr/>
        </p:nvPicPr>
        <p:blipFill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7240">
            <a:off x="2986318" y="5614674"/>
            <a:ext cx="351794" cy="442037"/>
          </a:xfrm>
          <a:prstGeom prst="rect">
            <a:avLst/>
          </a:prstGeom>
        </p:spPr>
      </p:pic>
      <p:sp>
        <p:nvSpPr>
          <p:cNvPr id="27" name="26 Rectángulo">
            <a:hlinkClick r:id="rId6"/>
          </p:cNvPr>
          <p:cNvSpPr/>
          <p:nvPr/>
        </p:nvSpPr>
        <p:spPr>
          <a:xfrm>
            <a:off x="5588367" y="5554888"/>
            <a:ext cx="27734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Búsqueda:</a:t>
            </a:r>
            <a:r>
              <a:rPr lang="es-ES_tradnl" sz="1400" b="1" dirty="0">
                <a:solidFill>
                  <a:srgbClr val="C00000"/>
                </a:solidFill>
              </a:rPr>
              <a:t> “Práctica 5 b)” </a:t>
            </a:r>
          </a:p>
        </p:txBody>
      </p:sp>
      <p:pic>
        <p:nvPicPr>
          <p:cNvPr id="28" name="27 Imagen"/>
          <p:cNvPicPr>
            <a:picLocks noChangeAspect="1"/>
          </p:cNvPicPr>
          <p:nvPr/>
        </p:nvPicPr>
        <p:blipFill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7240">
            <a:off x="5749795" y="5614673"/>
            <a:ext cx="351794" cy="44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6697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Título"/>
          <p:cNvSpPr txBox="1">
            <a:spLocks/>
          </p:cNvSpPr>
          <p:nvPr/>
        </p:nvSpPr>
        <p:spPr>
          <a:xfrm>
            <a:off x="71389" y="42626"/>
            <a:ext cx="9072611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2600" b="1" dirty="0"/>
              <a:t>3.1 Agentes físicos</a:t>
            </a:r>
          </a:p>
        </p:txBody>
      </p:sp>
      <p:sp>
        <p:nvSpPr>
          <p:cNvPr id="14" name="13 Flecha izquierda">
            <a:hlinkClick r:id="rId2" action="ppaction://hlinksldjump"/>
          </p:cNvPr>
          <p:cNvSpPr/>
          <p:nvPr/>
        </p:nvSpPr>
        <p:spPr>
          <a:xfrm>
            <a:off x="71389" y="6252795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sp>
        <p:nvSpPr>
          <p:cNvPr id="15" name="14 Flecha derecha"/>
          <p:cNvSpPr/>
          <p:nvPr/>
        </p:nvSpPr>
        <p:spPr>
          <a:xfrm>
            <a:off x="7507759" y="6291764"/>
            <a:ext cx="864096" cy="333348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  <p:sp>
        <p:nvSpPr>
          <p:cNvPr id="11" name="10 CuadroTexto"/>
          <p:cNvSpPr txBox="1"/>
          <p:nvPr/>
        </p:nvSpPr>
        <p:spPr>
          <a:xfrm>
            <a:off x="251520" y="2492896"/>
            <a:ext cx="4093733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MEDIDAS DE PREVENCIÓN/PROTECCIÓN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15 Rectángulo redondeado"/>
          <p:cNvSpPr/>
          <p:nvPr/>
        </p:nvSpPr>
        <p:spPr>
          <a:xfrm>
            <a:off x="854138" y="1412776"/>
            <a:ext cx="6982229" cy="93209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solidFill>
                  <a:schemeClr val="tx1"/>
                </a:solidFill>
              </a:rPr>
              <a:t>DAÑOS</a:t>
            </a:r>
          </a:p>
          <a:p>
            <a:pPr algn="ctr"/>
            <a:endParaRPr lang="es-ES_tradnl" sz="800" b="1" dirty="0">
              <a:solidFill>
                <a:schemeClr val="tx1"/>
              </a:solidFill>
            </a:endParaRPr>
          </a:p>
          <a:p>
            <a:r>
              <a:rPr lang="es-ES_tradnl" sz="1600" dirty="0">
                <a:solidFill>
                  <a:schemeClr val="tx1"/>
                </a:solidFill>
              </a:rPr>
              <a:t>Por exceso de calor </a:t>
            </a:r>
            <a:r>
              <a:rPr lang="es-ES_tradnl" sz="1600" dirty="0">
                <a:solidFill>
                  <a:schemeClr val="tx1"/>
                </a:solidFill>
                <a:sym typeface="Wingdings" panose="05000000000000000000" pitchFamily="2" charset="2"/>
              </a:rPr>
              <a:t> Golpe de calor	Por exceso de frío  Hipotermias</a:t>
            </a:r>
            <a:endParaRPr lang="es-ES_tradnl" sz="1600" dirty="0">
              <a:solidFill>
                <a:schemeClr val="tx1"/>
              </a:solidFill>
            </a:endParaRPr>
          </a:p>
          <a:p>
            <a:pPr algn="ctr"/>
            <a:endParaRPr lang="es-ES_tradnl" sz="1600" b="1" dirty="0">
              <a:solidFill>
                <a:schemeClr val="tx1"/>
              </a:solidFill>
            </a:endParaRPr>
          </a:p>
        </p:txBody>
      </p:sp>
      <p:sp>
        <p:nvSpPr>
          <p:cNvPr id="17" name="16 CuadroTexto"/>
          <p:cNvSpPr txBox="1"/>
          <p:nvPr/>
        </p:nvSpPr>
        <p:spPr>
          <a:xfrm>
            <a:off x="251520" y="3017191"/>
            <a:ext cx="780991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Por exceso de calor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b="1" dirty="0"/>
              <a:t>Desde 2023 prohibición de realizar tareas en caso de alertas rojas o naranjas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Ventilación natural y en su caso artificial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Cumplir la normativa sobre temperaturas mín. en trabajos sedentarios (oficinas: 17-27˚C) 14-25 ˚C en trabajos ligeros.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Reducir tiempo de exposición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Llevar ropa adecuada y beber agua frecuentemente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Por exceso de frío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Aclimatar los locales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Aislar el local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Reducir el tiempo de exposición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Llevar ropa adecuada</a:t>
            </a:r>
            <a:endParaRPr lang="es-ES" sz="1600" dirty="0"/>
          </a:p>
        </p:txBody>
      </p:sp>
      <p:sp>
        <p:nvSpPr>
          <p:cNvPr id="2" name="1 CuadroTexto"/>
          <p:cNvSpPr txBox="1"/>
          <p:nvPr/>
        </p:nvSpPr>
        <p:spPr>
          <a:xfrm>
            <a:off x="395536" y="913160"/>
            <a:ext cx="251996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TEMPERATURA</a:t>
            </a:r>
            <a:endPara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3028838" y="888446"/>
            <a:ext cx="5164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ym typeface="Wingdings" panose="05000000000000000000" pitchFamily="2" charset="2"/>
              </a:rPr>
              <a:t>se produce estrés térmico</a:t>
            </a:r>
            <a:endParaRPr lang="es-ES" dirty="0"/>
          </a:p>
        </p:txBody>
      </p:sp>
      <p:sp>
        <p:nvSpPr>
          <p:cNvPr id="25" name="24 Rectángulo">
            <a:hlinkClick r:id="rId3"/>
          </p:cNvPr>
          <p:cNvSpPr/>
          <p:nvPr/>
        </p:nvSpPr>
        <p:spPr>
          <a:xfrm>
            <a:off x="5287954" y="5510181"/>
            <a:ext cx="27734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Búsqueda:</a:t>
            </a:r>
            <a:r>
              <a:rPr lang="es-ES_tradnl" sz="1400" b="1" dirty="0">
                <a:solidFill>
                  <a:srgbClr val="C00000"/>
                </a:solidFill>
              </a:rPr>
              <a:t> “Práctica 6 b)1” </a:t>
            </a:r>
          </a:p>
        </p:txBody>
      </p:sp>
      <p:pic>
        <p:nvPicPr>
          <p:cNvPr id="26" name="25 Imagen"/>
          <p:cNvPicPr>
            <a:picLocks noChangeAspect="1"/>
          </p:cNvPicPr>
          <p:nvPr/>
        </p:nvPicPr>
        <p:blipFill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7240">
            <a:off x="5449382" y="5569966"/>
            <a:ext cx="351794" cy="44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416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Título"/>
          <p:cNvSpPr txBox="1">
            <a:spLocks/>
          </p:cNvSpPr>
          <p:nvPr/>
        </p:nvSpPr>
        <p:spPr>
          <a:xfrm>
            <a:off x="71389" y="42626"/>
            <a:ext cx="9072611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2600" b="1" dirty="0"/>
              <a:t>3.1 Agentes físicos</a:t>
            </a:r>
          </a:p>
        </p:txBody>
      </p:sp>
      <p:sp>
        <p:nvSpPr>
          <p:cNvPr id="14" name="13 Flecha izquierda">
            <a:hlinkClick r:id="rId2" action="ppaction://hlinksldjump"/>
          </p:cNvPr>
          <p:cNvSpPr/>
          <p:nvPr/>
        </p:nvSpPr>
        <p:spPr>
          <a:xfrm>
            <a:off x="71389" y="6252795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volver</a:t>
            </a:r>
            <a:endParaRPr lang="es-ES" sz="1200" b="1" dirty="0">
              <a:solidFill>
                <a:schemeClr val="bg1"/>
              </a:solidFill>
            </a:endParaRPr>
          </a:p>
        </p:txBody>
      </p:sp>
      <p:sp>
        <p:nvSpPr>
          <p:cNvPr id="11" name="10 CuadroTexto"/>
          <p:cNvSpPr txBox="1"/>
          <p:nvPr/>
        </p:nvSpPr>
        <p:spPr>
          <a:xfrm>
            <a:off x="251520" y="2492896"/>
            <a:ext cx="4093733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MEDIDAS DE PREVENCIÓN/PROTECCIÓN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15 Rectángulo redondeado"/>
          <p:cNvSpPr/>
          <p:nvPr/>
        </p:nvSpPr>
        <p:spPr>
          <a:xfrm>
            <a:off x="854138" y="1412776"/>
            <a:ext cx="6982229" cy="93209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solidFill>
                  <a:schemeClr val="tx1"/>
                </a:solidFill>
              </a:rPr>
              <a:t>DAÑOS</a:t>
            </a:r>
          </a:p>
          <a:p>
            <a:pPr algn="ctr"/>
            <a:endParaRPr lang="es-ES_tradnl" sz="8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1600" dirty="0">
                <a:solidFill>
                  <a:schemeClr val="tx1"/>
                </a:solidFill>
              </a:rPr>
              <a:t>Muchos accidentes se producen por luz insuficiente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1600" dirty="0">
                <a:solidFill>
                  <a:schemeClr val="tx1"/>
                </a:solidFill>
              </a:rPr>
              <a:t>Fatiga visual y cansancio</a:t>
            </a:r>
          </a:p>
        </p:txBody>
      </p:sp>
      <p:sp>
        <p:nvSpPr>
          <p:cNvPr id="17" name="16 CuadroTexto"/>
          <p:cNvSpPr txBox="1"/>
          <p:nvPr/>
        </p:nvSpPr>
        <p:spPr>
          <a:xfrm>
            <a:off x="251520" y="3017191"/>
            <a:ext cx="780991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Siempre que sea posible, utilizar luz natural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Disponer de una iluminación general y otra focalizada prestando atención a zonas peligrosas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Evitar los contrastes y deslumbramientos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Cumplir con la normativa sobre la cantidad mín. de lux en lugares de trabajo:</a:t>
            </a:r>
          </a:p>
          <a:p>
            <a:endParaRPr lang="es-ES_tradnl" sz="1600" dirty="0"/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Lugares con exigencias visuales bajas</a:t>
            </a:r>
            <a:r>
              <a:rPr lang="es-ES_tradnl" sz="1600" dirty="0">
                <a:sym typeface="Wingdings" panose="05000000000000000000" pitchFamily="2" charset="2"/>
              </a:rPr>
              <a:t> 100 lux (almacén)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Lugares con exigencias visuales medias  200 lux (oficina)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Lugares con exigencias visuales altas 500 lux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Lugares con exigencias visuales muy altas  1.000 lux (imprenta)</a:t>
            </a:r>
          </a:p>
          <a:p>
            <a:pPr lvl="1"/>
            <a:endParaRPr lang="es-ES" sz="1600" dirty="0"/>
          </a:p>
        </p:txBody>
      </p:sp>
      <p:sp>
        <p:nvSpPr>
          <p:cNvPr id="2" name="1 CuadroTexto"/>
          <p:cNvSpPr txBox="1"/>
          <p:nvPr/>
        </p:nvSpPr>
        <p:spPr>
          <a:xfrm>
            <a:off x="395536" y="913160"/>
            <a:ext cx="251996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ILUMINACIÓN</a:t>
            </a:r>
            <a:endPara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3028838" y="888446"/>
            <a:ext cx="5164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ym typeface="Wingdings" panose="05000000000000000000" pitchFamily="2" charset="2"/>
              </a:rPr>
              <a:t>se mide en “lux”</a:t>
            </a:r>
            <a:endParaRPr lang="es-ES" dirty="0"/>
          </a:p>
        </p:txBody>
      </p:sp>
      <p:sp>
        <p:nvSpPr>
          <p:cNvPr id="27" name="26 Rectángulo">
            <a:hlinkClick r:id="rId3"/>
          </p:cNvPr>
          <p:cNvSpPr/>
          <p:nvPr/>
        </p:nvSpPr>
        <p:spPr>
          <a:xfrm>
            <a:off x="5588367" y="5554888"/>
            <a:ext cx="27734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Búsqueda:</a:t>
            </a:r>
            <a:r>
              <a:rPr lang="es-ES_tradnl" sz="1400" b="1" dirty="0">
                <a:solidFill>
                  <a:srgbClr val="C00000"/>
                </a:solidFill>
              </a:rPr>
              <a:t> “Práctica 6 b)2” </a:t>
            </a:r>
          </a:p>
        </p:txBody>
      </p:sp>
      <p:pic>
        <p:nvPicPr>
          <p:cNvPr id="28" name="27 Imagen"/>
          <p:cNvPicPr>
            <a:picLocks noChangeAspect="1"/>
          </p:cNvPicPr>
          <p:nvPr/>
        </p:nvPicPr>
        <p:blipFill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7240">
            <a:off x="5689234" y="5596939"/>
            <a:ext cx="351794" cy="44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7508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Título"/>
          <p:cNvSpPr txBox="1">
            <a:spLocks/>
          </p:cNvSpPr>
          <p:nvPr/>
        </p:nvSpPr>
        <p:spPr>
          <a:xfrm>
            <a:off x="71389" y="42626"/>
            <a:ext cx="9072611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2600" b="1" dirty="0"/>
              <a:t>3.2 Agentes químicos</a:t>
            </a:r>
          </a:p>
        </p:txBody>
      </p:sp>
      <p:sp>
        <p:nvSpPr>
          <p:cNvPr id="14" name="13 Flecha izquierda">
            <a:hlinkClick r:id="rId2" action="ppaction://hlinksldjump"/>
          </p:cNvPr>
          <p:cNvSpPr/>
          <p:nvPr/>
        </p:nvSpPr>
        <p:spPr>
          <a:xfrm>
            <a:off x="71389" y="6252795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sp>
        <p:nvSpPr>
          <p:cNvPr id="11" name="10 CuadroTexto"/>
          <p:cNvSpPr txBox="1"/>
          <p:nvPr/>
        </p:nvSpPr>
        <p:spPr>
          <a:xfrm>
            <a:off x="251520" y="2862228"/>
            <a:ext cx="4093733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MEDIDAS DE PREVENCIÓN/PROTECCIÓN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15 Rectángulo redondeado"/>
          <p:cNvSpPr/>
          <p:nvPr/>
        </p:nvSpPr>
        <p:spPr>
          <a:xfrm>
            <a:off x="4067944" y="979058"/>
            <a:ext cx="4464495" cy="176219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solidFill>
                  <a:schemeClr val="tx1"/>
                </a:solidFill>
              </a:rPr>
              <a:t>DAÑOS</a:t>
            </a:r>
          </a:p>
          <a:p>
            <a:pPr algn="ctr"/>
            <a:endParaRPr lang="es-ES_tradnl" sz="800" b="1" dirty="0">
              <a:solidFill>
                <a:schemeClr val="tx1"/>
              </a:solidFill>
            </a:endParaRPr>
          </a:p>
          <a:p>
            <a:r>
              <a:rPr lang="es-ES_tradnl" sz="1600" dirty="0">
                <a:solidFill>
                  <a:schemeClr val="tx1"/>
                </a:solidFill>
              </a:rPr>
              <a:t>Irritantes		Corrosivos		</a:t>
            </a:r>
          </a:p>
          <a:p>
            <a:r>
              <a:rPr lang="es-ES_tradnl" sz="1600" dirty="0">
                <a:solidFill>
                  <a:schemeClr val="tx1"/>
                </a:solidFill>
              </a:rPr>
              <a:t>Asfixiantes		Anestésicos	</a:t>
            </a:r>
          </a:p>
          <a:p>
            <a:r>
              <a:rPr lang="es-ES_tradnl" sz="1600" dirty="0">
                <a:solidFill>
                  <a:schemeClr val="tx1"/>
                </a:solidFill>
              </a:rPr>
              <a:t>Sensibilizadores	Cancerígenos y mutágenos</a:t>
            </a:r>
          </a:p>
          <a:p>
            <a:r>
              <a:rPr lang="es-ES_tradnl" sz="1600" dirty="0">
                <a:solidFill>
                  <a:schemeClr val="tx1"/>
                </a:solidFill>
              </a:rPr>
              <a:t>Neumoconióticos	Sistémicos</a:t>
            </a:r>
          </a:p>
        </p:txBody>
      </p:sp>
      <p:sp>
        <p:nvSpPr>
          <p:cNvPr id="17" name="16 CuadroTexto"/>
          <p:cNvSpPr txBox="1"/>
          <p:nvPr/>
        </p:nvSpPr>
        <p:spPr>
          <a:xfrm>
            <a:off x="219669" y="3322727"/>
            <a:ext cx="842493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La higiene industrial </a:t>
            </a:r>
            <a:r>
              <a:rPr lang="es-ES_tradnl" sz="1600" dirty="0">
                <a:sym typeface="Wingdings" panose="05000000000000000000" pitchFamily="2" charset="2"/>
              </a:rPr>
              <a:t> valores límites de exposición  “dosis hace veneno”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Actuar sobre el foco de riesgo sustituyendo el contaminante por otro producto o reducir su uso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Realizar mediciones periódicas y recogida de muestras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Ventilación general o localizada 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Aislamiento o alejamiento del foco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Reducir el tiempo de exposición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Formación e información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Uso de </a:t>
            </a:r>
            <a:r>
              <a:rPr lang="es-ES_tradnl" sz="1600" dirty="0" err="1">
                <a:sym typeface="Wingdings" panose="05000000000000000000" pitchFamily="2" charset="2"/>
              </a:rPr>
              <a:t>EPIs</a:t>
            </a:r>
            <a:endParaRPr lang="es-ES_tradnl" sz="1600" dirty="0">
              <a:sym typeface="Wingdings" panose="05000000000000000000" pitchFamily="2" charset="2"/>
            </a:endParaRP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Etiquetado del producto </a:t>
            </a:r>
          </a:p>
          <a:p>
            <a:pPr lvl="1"/>
            <a:endParaRPr lang="es-ES" sz="1600" dirty="0"/>
          </a:p>
        </p:txBody>
      </p:sp>
      <p:sp>
        <p:nvSpPr>
          <p:cNvPr id="27" name="26 Rectángulo">
            <a:hlinkClick r:id="rId3"/>
          </p:cNvPr>
          <p:cNvSpPr/>
          <p:nvPr/>
        </p:nvSpPr>
        <p:spPr>
          <a:xfrm>
            <a:off x="5508104" y="5617872"/>
            <a:ext cx="27734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Búsqueda:</a:t>
            </a:r>
            <a:r>
              <a:rPr lang="es-ES_tradnl" sz="1400" b="1" dirty="0">
                <a:solidFill>
                  <a:srgbClr val="C00000"/>
                </a:solidFill>
              </a:rPr>
              <a:t> “Práctica 7.2”</a:t>
            </a:r>
          </a:p>
        </p:txBody>
      </p:sp>
      <p:pic>
        <p:nvPicPr>
          <p:cNvPr id="28" name="27 Imagen"/>
          <p:cNvPicPr>
            <a:picLocks noChangeAspect="1"/>
          </p:cNvPicPr>
          <p:nvPr/>
        </p:nvPicPr>
        <p:blipFill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7240">
            <a:off x="5689234" y="5659923"/>
            <a:ext cx="351794" cy="442037"/>
          </a:xfrm>
          <a:prstGeom prst="rect">
            <a:avLst/>
          </a:prstGeom>
        </p:spPr>
      </p:pic>
      <p:graphicFrame>
        <p:nvGraphicFramePr>
          <p:cNvPr id="12" name="1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681589"/>
              </p:ext>
            </p:extLst>
          </p:nvPr>
        </p:nvGraphicFramePr>
        <p:xfrm>
          <a:off x="522163" y="1121013"/>
          <a:ext cx="2952328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algn="ctr"/>
                      <a:r>
                        <a:rPr lang="es-ES_tradnl" dirty="0">
                          <a:solidFill>
                            <a:schemeClr val="bg1"/>
                          </a:solidFill>
                        </a:rPr>
                        <a:t>Varia formas</a:t>
                      </a:r>
                      <a:endParaRPr lang="es-E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Sólidos</a:t>
                      </a:r>
                      <a:endParaRPr lang="es-E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Líquidos</a:t>
                      </a:r>
                      <a:endParaRPr lang="es-E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gases</a:t>
                      </a:r>
                      <a:endParaRPr lang="es-E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12 Rectángulo">
            <a:hlinkClick r:id="rId5"/>
          </p:cNvPr>
          <p:cNvSpPr/>
          <p:nvPr/>
        </p:nvSpPr>
        <p:spPr>
          <a:xfrm>
            <a:off x="2734624" y="5644846"/>
            <a:ext cx="27734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Búsqueda:</a:t>
            </a:r>
            <a:r>
              <a:rPr lang="es-ES_tradnl" sz="1400" b="1" dirty="0">
                <a:solidFill>
                  <a:srgbClr val="C00000"/>
                </a:solidFill>
              </a:rPr>
              <a:t> “Práctica 7.1” </a:t>
            </a:r>
          </a:p>
        </p:txBody>
      </p:sp>
      <p:pic>
        <p:nvPicPr>
          <p:cNvPr id="18" name="17 Imagen"/>
          <p:cNvPicPr>
            <a:picLocks noChangeAspect="1"/>
          </p:cNvPicPr>
          <p:nvPr/>
        </p:nvPicPr>
        <p:blipFill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7240">
            <a:off x="2925757" y="5704631"/>
            <a:ext cx="351794" cy="44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0971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Título"/>
          <p:cNvSpPr txBox="1">
            <a:spLocks/>
          </p:cNvSpPr>
          <p:nvPr/>
        </p:nvSpPr>
        <p:spPr>
          <a:xfrm>
            <a:off x="71389" y="42626"/>
            <a:ext cx="9072611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2600" b="1" dirty="0"/>
              <a:t>3.3 Agentes biológicos</a:t>
            </a:r>
          </a:p>
        </p:txBody>
      </p:sp>
      <p:sp>
        <p:nvSpPr>
          <p:cNvPr id="14" name="13 Flecha izquierda">
            <a:hlinkClick r:id="rId2" action="ppaction://hlinksldjump"/>
          </p:cNvPr>
          <p:cNvSpPr/>
          <p:nvPr/>
        </p:nvSpPr>
        <p:spPr>
          <a:xfrm>
            <a:off x="71389" y="6252795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sp>
        <p:nvSpPr>
          <p:cNvPr id="11" name="10 CuadroTexto"/>
          <p:cNvSpPr txBox="1"/>
          <p:nvPr/>
        </p:nvSpPr>
        <p:spPr>
          <a:xfrm>
            <a:off x="338672" y="3449506"/>
            <a:ext cx="4093733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MEDIDAS DE PREVENCIÓN/PROTECCIÓN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15 Rectángulo redondeado"/>
          <p:cNvSpPr/>
          <p:nvPr/>
        </p:nvSpPr>
        <p:spPr>
          <a:xfrm>
            <a:off x="6873326" y="3480669"/>
            <a:ext cx="2027274" cy="189254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solidFill>
                  <a:schemeClr val="tx1"/>
                </a:solidFill>
              </a:rPr>
              <a:t>DAÑOS</a:t>
            </a:r>
          </a:p>
          <a:p>
            <a:pPr algn="ctr"/>
            <a:endParaRPr lang="es-ES_tradnl" sz="800" b="1" dirty="0">
              <a:solidFill>
                <a:schemeClr val="tx1"/>
              </a:solidFill>
            </a:endParaRP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olidFill>
                  <a:schemeClr val="tx1"/>
                </a:solidFill>
              </a:rPr>
              <a:t>Hepatitis B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olidFill>
                  <a:schemeClr val="tx1"/>
                </a:solidFill>
              </a:rPr>
              <a:t>SIDA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olidFill>
                  <a:schemeClr val="tx1"/>
                </a:solidFill>
              </a:rPr>
              <a:t>Tuberculosis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olidFill>
                  <a:schemeClr val="tx1"/>
                </a:solidFill>
              </a:rPr>
              <a:t>Tétanos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olidFill>
                  <a:schemeClr val="tx1"/>
                </a:solidFill>
              </a:rPr>
              <a:t>Fiebre de malta o brucelosis</a:t>
            </a:r>
          </a:p>
        </p:txBody>
      </p:sp>
      <p:sp>
        <p:nvSpPr>
          <p:cNvPr id="17" name="16 CuadroTexto"/>
          <p:cNvSpPr txBox="1"/>
          <p:nvPr/>
        </p:nvSpPr>
        <p:spPr>
          <a:xfrm>
            <a:off x="264257" y="3818838"/>
            <a:ext cx="842493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Medicina preventiva: vacunas y reconocimientos médicos periódicos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Adecuadas condiciones higiénicas en los lugares de trabajo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Desinfección y esterilización de utensilios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Disponer de 10 minutos para el cambio de ropa y la higiene personal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No mezclar ropa de trabajo y personal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No comer ni beber en lugares de trabajo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Uso de </a:t>
            </a:r>
            <a:r>
              <a:rPr lang="es-ES_tradnl" sz="1600" dirty="0" err="1">
                <a:sym typeface="Wingdings" panose="05000000000000000000" pitchFamily="2" charset="2"/>
              </a:rPr>
              <a:t>EPIs</a:t>
            </a:r>
            <a:endParaRPr lang="es-ES_tradnl" sz="1600" dirty="0">
              <a:sym typeface="Wingdings" panose="05000000000000000000" pitchFamily="2" charset="2"/>
            </a:endParaRP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Información y formación</a:t>
            </a:r>
            <a:endParaRPr lang="es-ES" sz="1600" dirty="0"/>
          </a:p>
        </p:txBody>
      </p:sp>
      <p:sp>
        <p:nvSpPr>
          <p:cNvPr id="27" name="26 Rectángulo">
            <a:hlinkClick r:id="rId3"/>
          </p:cNvPr>
          <p:cNvSpPr/>
          <p:nvPr/>
        </p:nvSpPr>
        <p:spPr>
          <a:xfrm>
            <a:off x="5508104" y="5617872"/>
            <a:ext cx="27734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Búsqueda:</a:t>
            </a:r>
            <a:r>
              <a:rPr lang="es-ES_tradnl" sz="1400" b="1" dirty="0">
                <a:solidFill>
                  <a:srgbClr val="C00000"/>
                </a:solidFill>
              </a:rPr>
              <a:t> “Práctica 8”</a:t>
            </a:r>
          </a:p>
        </p:txBody>
      </p:sp>
      <p:pic>
        <p:nvPicPr>
          <p:cNvPr id="28" name="27 Imagen"/>
          <p:cNvPicPr>
            <a:picLocks noChangeAspect="1"/>
          </p:cNvPicPr>
          <p:nvPr/>
        </p:nvPicPr>
        <p:blipFill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7240">
            <a:off x="5689234" y="5659923"/>
            <a:ext cx="351794" cy="442037"/>
          </a:xfrm>
          <a:prstGeom prst="rect">
            <a:avLst/>
          </a:prstGeom>
        </p:spPr>
      </p:pic>
      <p:graphicFrame>
        <p:nvGraphicFramePr>
          <p:cNvPr id="12" name="1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144161"/>
              </p:ext>
            </p:extLst>
          </p:nvPr>
        </p:nvGraphicFramePr>
        <p:xfrm>
          <a:off x="955253" y="1484784"/>
          <a:ext cx="6800840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0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algn="ctr"/>
                      <a:r>
                        <a:rPr lang="es-ES_tradnl" sz="1600" dirty="0">
                          <a:solidFill>
                            <a:schemeClr val="bg1"/>
                          </a:solidFill>
                        </a:rPr>
                        <a:t>Riesgo de infección</a:t>
                      </a:r>
                      <a:endParaRPr lang="es-ES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Grupo 1: poco</a:t>
                      </a: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probable</a:t>
                      </a:r>
                      <a:endParaRPr lang="es-ES" sz="1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Grupo 2: puede causar enfermedad y suponer peligro. Poco probable</a:t>
                      </a:r>
                      <a:endParaRPr lang="es-ES" sz="1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Grupo 3: puede provocar</a:t>
                      </a: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enfermedad grave con probabilidad de propagación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Grupo 4: pueden provocar enfermedad grave. No hay tratamientos eficaces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1 CuadroTexto"/>
          <p:cNvSpPr txBox="1"/>
          <p:nvPr/>
        </p:nvSpPr>
        <p:spPr>
          <a:xfrm>
            <a:off x="160565" y="751171"/>
            <a:ext cx="89651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/>
              <a:t>Microorganismos  contagiosos </a:t>
            </a:r>
            <a:r>
              <a:rPr lang="es-ES_tradnl" sz="1600" dirty="0">
                <a:sym typeface="Wingdings" panose="05000000000000000000" pitchFamily="2" charset="2"/>
              </a:rPr>
              <a:t></a:t>
            </a:r>
            <a:r>
              <a:rPr lang="es-ES_tradnl" sz="1600" dirty="0"/>
              <a:t>Personal de laboratorios, sanitarios, agricultores, manipuladores de alimentos cárnicos, ganaderos y veterinarios</a:t>
            </a:r>
            <a:endParaRPr lang="es-ES" sz="1600" dirty="0"/>
          </a:p>
        </p:txBody>
      </p:sp>
      <p:sp>
        <p:nvSpPr>
          <p:cNvPr id="19" name="18 CuadroTexto">
            <a:hlinkClick r:id="rId5" action="ppaction://hlinksldjump"/>
          </p:cNvPr>
          <p:cNvSpPr txBox="1"/>
          <p:nvPr/>
        </p:nvSpPr>
        <p:spPr>
          <a:xfrm>
            <a:off x="3215680" y="6165304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pic>
        <p:nvPicPr>
          <p:cNvPr id="20" name="19 Imagen"/>
          <p:cNvPicPr>
            <a:picLocks noChangeAspect="1"/>
          </p:cNvPicPr>
          <p:nvPr/>
        </p:nvPicPr>
        <p:blipFill>
          <a:blip r:embed="rId6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000944" y="6277629"/>
            <a:ext cx="287793" cy="36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2266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23 CuadroTexto">
            <a:hlinkClick r:id="rId3" action="ppaction://hlinksldjump"/>
          </p:cNvPr>
          <p:cNvSpPr txBox="1"/>
          <p:nvPr/>
        </p:nvSpPr>
        <p:spPr>
          <a:xfrm>
            <a:off x="3215680" y="6165304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sp>
        <p:nvSpPr>
          <p:cNvPr id="22" name="1 Título"/>
          <p:cNvSpPr txBox="1">
            <a:spLocks/>
          </p:cNvSpPr>
          <p:nvPr/>
        </p:nvSpPr>
        <p:spPr>
          <a:xfrm>
            <a:off x="71388" y="8579"/>
            <a:ext cx="9072611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b="1" dirty="0"/>
              <a:t>4. Factores derivados de la carga de trabajo</a:t>
            </a:r>
          </a:p>
        </p:txBody>
      </p:sp>
      <p:pic>
        <p:nvPicPr>
          <p:cNvPr id="23" name="22 Imagen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000944" y="6277629"/>
            <a:ext cx="287793" cy="361618"/>
          </a:xfrm>
          <a:prstGeom prst="rect">
            <a:avLst/>
          </a:prstGeom>
        </p:spPr>
      </p:pic>
      <p:sp>
        <p:nvSpPr>
          <p:cNvPr id="17" name="16 Flecha izquierda">
            <a:hlinkClick r:id="rId3" action="ppaction://hlinksldjump"/>
          </p:cNvPr>
          <p:cNvSpPr/>
          <p:nvPr/>
        </p:nvSpPr>
        <p:spPr>
          <a:xfrm>
            <a:off x="71389" y="6252795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Volver</a:t>
            </a:r>
            <a:endParaRPr lang="es-ES" sz="1200" b="1" dirty="0">
              <a:solidFill>
                <a:schemeClr val="bg1"/>
              </a:solidFill>
            </a:endParaRPr>
          </a:p>
        </p:txBody>
      </p:sp>
      <p:sp>
        <p:nvSpPr>
          <p:cNvPr id="18" name="17 Flecha derecha"/>
          <p:cNvSpPr/>
          <p:nvPr/>
        </p:nvSpPr>
        <p:spPr>
          <a:xfrm>
            <a:off x="7507759" y="6291764"/>
            <a:ext cx="864096" cy="333348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  <p:graphicFrame>
        <p:nvGraphicFramePr>
          <p:cNvPr id="27" name="2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448806"/>
              </p:ext>
            </p:extLst>
          </p:nvPr>
        </p:nvGraphicFramePr>
        <p:xfrm>
          <a:off x="365335" y="1556249"/>
          <a:ext cx="3949717" cy="189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9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algn="ctr"/>
                      <a:r>
                        <a:rPr lang="es-ES_tradnl" dirty="0">
                          <a:solidFill>
                            <a:schemeClr val="bg1"/>
                          </a:solidFill>
                        </a:rPr>
                        <a:t>3 factores</a:t>
                      </a:r>
                      <a:endParaRPr lang="es-E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Esfuerzos físicos (de pie y sentado)</a:t>
                      </a:r>
                      <a:endParaRPr lang="es-E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Posturas incorrectas</a:t>
                      </a:r>
                      <a:endParaRPr lang="es-E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Manipulación</a:t>
                      </a:r>
                      <a:r>
                        <a:rPr lang="es-ES_tradnl" sz="18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manual de cargas&gt;3 kg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Máx</a:t>
                      </a:r>
                      <a:r>
                        <a:rPr lang="es-E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25kg. (mujer, joven o mayor 15 kg. Entrenados esporádicamente=40 kg)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27 CuadroTexto"/>
          <p:cNvSpPr txBox="1"/>
          <p:nvPr/>
        </p:nvSpPr>
        <p:spPr>
          <a:xfrm>
            <a:off x="395536" y="3808241"/>
            <a:ext cx="4093733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MEDIDAS DE PREVENCIÓN/PROTECCIÓN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" name="40 Rectángulo redondeado"/>
          <p:cNvSpPr/>
          <p:nvPr/>
        </p:nvSpPr>
        <p:spPr>
          <a:xfrm>
            <a:off x="4948521" y="1656515"/>
            <a:ext cx="3749988" cy="216583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solidFill>
                  <a:schemeClr val="tx1"/>
                </a:solidFill>
              </a:rPr>
              <a:t>DAÑOS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Tendinitis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Lumbalgias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Hernias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Dolores cervicales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Síndrome del túnel carpiano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Epicondilitis o codo de tenista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Fatiga física o cansancio</a:t>
            </a:r>
          </a:p>
        </p:txBody>
      </p:sp>
      <p:sp>
        <p:nvSpPr>
          <p:cNvPr id="43" name="42 CuadroTexto"/>
          <p:cNvSpPr txBox="1"/>
          <p:nvPr/>
        </p:nvSpPr>
        <p:spPr>
          <a:xfrm>
            <a:off x="410095" y="4201967"/>
            <a:ext cx="78099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Posturas correctas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Formación en manipulación de cargas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Sustituir la manipulación manual de cargas por equipos mecánicos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Seleccionar personal adecuado y entrenado para cargas y esfuerzos excesivos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Rotación de tarea para evitar la carga excesiva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Realizar estiramientos y ejercicios de relajación</a:t>
            </a:r>
            <a:endParaRPr lang="es-ES" sz="1600" dirty="0"/>
          </a:p>
        </p:txBody>
      </p:sp>
      <p:sp>
        <p:nvSpPr>
          <p:cNvPr id="44" name="43 CuadroTexto"/>
          <p:cNvSpPr txBox="1"/>
          <p:nvPr/>
        </p:nvSpPr>
        <p:spPr>
          <a:xfrm>
            <a:off x="395536" y="913160"/>
            <a:ext cx="251996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CARGA FÍSICA</a:t>
            </a:r>
            <a:endPara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" name="45 CuadroTexto"/>
          <p:cNvSpPr txBox="1"/>
          <p:nvPr/>
        </p:nvSpPr>
        <p:spPr>
          <a:xfrm>
            <a:off x="3028838" y="888446"/>
            <a:ext cx="5164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ym typeface="Wingdings" panose="05000000000000000000" pitchFamily="2" charset="2"/>
              </a:rPr>
              <a:t>Esfuerzo muscular</a:t>
            </a:r>
            <a:endParaRPr lang="es-ES" dirty="0"/>
          </a:p>
        </p:txBody>
      </p:sp>
      <p:sp>
        <p:nvSpPr>
          <p:cNvPr id="47" name="46 Rectángulo">
            <a:hlinkClick r:id="rId5"/>
          </p:cNvPr>
          <p:cNvSpPr/>
          <p:nvPr/>
        </p:nvSpPr>
        <p:spPr>
          <a:xfrm>
            <a:off x="5436775" y="5573164"/>
            <a:ext cx="27734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Búsqueda:</a:t>
            </a:r>
            <a:r>
              <a:rPr lang="es-ES_tradnl" sz="1400" b="1" dirty="0">
                <a:solidFill>
                  <a:srgbClr val="C00000"/>
                </a:solidFill>
              </a:rPr>
              <a:t> “Práctica 9” </a:t>
            </a:r>
          </a:p>
        </p:txBody>
      </p:sp>
      <p:pic>
        <p:nvPicPr>
          <p:cNvPr id="48" name="47 Imagen"/>
          <p:cNvPicPr>
            <a:picLocks noChangeAspect="1"/>
          </p:cNvPicPr>
          <p:nvPr/>
        </p:nvPicPr>
        <p:blipFill>
          <a:blip r:embed="rId6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7240">
            <a:off x="5689234" y="5659923"/>
            <a:ext cx="351794" cy="44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9753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23 CuadroTexto">
            <a:hlinkClick r:id="rId3" action="ppaction://hlinksldjump"/>
          </p:cNvPr>
          <p:cNvSpPr txBox="1"/>
          <p:nvPr/>
        </p:nvSpPr>
        <p:spPr>
          <a:xfrm>
            <a:off x="3215680" y="6165304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sp>
        <p:nvSpPr>
          <p:cNvPr id="22" name="1 Título"/>
          <p:cNvSpPr txBox="1">
            <a:spLocks/>
          </p:cNvSpPr>
          <p:nvPr/>
        </p:nvSpPr>
        <p:spPr>
          <a:xfrm>
            <a:off x="71388" y="8579"/>
            <a:ext cx="9072611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b="1" dirty="0"/>
              <a:t>4. Factores derivados de la carga de trabajo</a:t>
            </a:r>
          </a:p>
        </p:txBody>
      </p:sp>
      <p:pic>
        <p:nvPicPr>
          <p:cNvPr id="23" name="22 Imagen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000944" y="6277629"/>
            <a:ext cx="287793" cy="361618"/>
          </a:xfrm>
          <a:prstGeom prst="rect">
            <a:avLst/>
          </a:prstGeom>
        </p:spPr>
      </p:pic>
      <p:sp>
        <p:nvSpPr>
          <p:cNvPr id="17" name="16 Flecha izquierda">
            <a:hlinkClick r:id="rId5" action="ppaction://hlinksldjump"/>
          </p:cNvPr>
          <p:cNvSpPr/>
          <p:nvPr/>
        </p:nvSpPr>
        <p:spPr>
          <a:xfrm>
            <a:off x="71389" y="6252795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sp>
        <p:nvSpPr>
          <p:cNvPr id="18" name="17 Flecha derecha"/>
          <p:cNvSpPr/>
          <p:nvPr/>
        </p:nvSpPr>
        <p:spPr>
          <a:xfrm>
            <a:off x="7507759" y="6291764"/>
            <a:ext cx="864096" cy="333348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  <p:sp>
        <p:nvSpPr>
          <p:cNvPr id="28" name="27 CuadroTexto"/>
          <p:cNvSpPr txBox="1"/>
          <p:nvPr/>
        </p:nvSpPr>
        <p:spPr>
          <a:xfrm>
            <a:off x="402163" y="3905237"/>
            <a:ext cx="4093733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MEDIDAS DE PREVENCIÓN/PROTECCIÓN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" name="40 Rectángulo redondeado"/>
          <p:cNvSpPr/>
          <p:nvPr/>
        </p:nvSpPr>
        <p:spPr>
          <a:xfrm>
            <a:off x="2267742" y="1844824"/>
            <a:ext cx="5109555" cy="169060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600" b="1" dirty="0">
              <a:solidFill>
                <a:schemeClr val="tx1"/>
              </a:solidFill>
            </a:endParaRPr>
          </a:p>
          <a:p>
            <a:pPr algn="ctr"/>
            <a:r>
              <a:rPr lang="es-ES_tradnl" sz="1600" b="1" dirty="0">
                <a:solidFill>
                  <a:schemeClr val="tx1"/>
                </a:solidFill>
              </a:rPr>
              <a:t>DAÑOS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Cansancio y agotamiento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Dolores de cabeza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Estrés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Irritabilidad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Insomnio</a:t>
            </a:r>
          </a:p>
        </p:txBody>
      </p:sp>
      <p:sp>
        <p:nvSpPr>
          <p:cNvPr id="43" name="42 CuadroTexto"/>
          <p:cNvSpPr txBox="1"/>
          <p:nvPr/>
        </p:nvSpPr>
        <p:spPr>
          <a:xfrm>
            <a:off x="370187" y="4365104"/>
            <a:ext cx="78099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Realizar pausas en el trabajo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Adaptar la cantidad de información a la capacidad del trabajador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Evitar los ruidos en el lugar de trabajo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Cumplir con la normativa sobre pantallas de visualización de datos</a:t>
            </a:r>
            <a:endParaRPr lang="es-ES" sz="1600" dirty="0"/>
          </a:p>
        </p:txBody>
      </p:sp>
      <p:sp>
        <p:nvSpPr>
          <p:cNvPr id="44" name="43 CuadroTexto"/>
          <p:cNvSpPr txBox="1"/>
          <p:nvPr/>
        </p:nvSpPr>
        <p:spPr>
          <a:xfrm>
            <a:off x="395536" y="1097826"/>
            <a:ext cx="251996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CARGA MENTAL</a:t>
            </a:r>
            <a:endPara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" name="45 CuadroTexto"/>
          <p:cNvSpPr txBox="1"/>
          <p:nvPr/>
        </p:nvSpPr>
        <p:spPr>
          <a:xfrm>
            <a:off x="3020782" y="1073112"/>
            <a:ext cx="5863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ym typeface="Wingdings" panose="05000000000000000000" pitchFamily="2" charset="2"/>
              </a:rPr>
              <a:t>Exigencias mentales / cantidad de información en un tiempo</a:t>
            </a:r>
            <a:endParaRPr lang="es-ES" dirty="0"/>
          </a:p>
        </p:txBody>
      </p:sp>
      <p:sp>
        <p:nvSpPr>
          <p:cNvPr id="47" name="46 Rectángulo">
            <a:hlinkClick r:id="rId6"/>
          </p:cNvPr>
          <p:cNvSpPr/>
          <p:nvPr/>
        </p:nvSpPr>
        <p:spPr>
          <a:xfrm>
            <a:off x="5436381" y="5600138"/>
            <a:ext cx="27734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Búsqueda:</a:t>
            </a:r>
            <a:r>
              <a:rPr lang="es-ES_tradnl" sz="1400" b="1" dirty="0">
                <a:solidFill>
                  <a:srgbClr val="C00000"/>
                </a:solidFill>
              </a:rPr>
              <a:t> “Práctica 10” </a:t>
            </a:r>
          </a:p>
        </p:txBody>
      </p:sp>
      <p:pic>
        <p:nvPicPr>
          <p:cNvPr id="48" name="47 Imagen"/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7240">
            <a:off x="5689234" y="5659923"/>
            <a:ext cx="351794" cy="44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3539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23 CuadroTexto">
            <a:hlinkClick r:id="rId3" action="ppaction://hlinksldjump"/>
          </p:cNvPr>
          <p:cNvSpPr txBox="1"/>
          <p:nvPr/>
        </p:nvSpPr>
        <p:spPr>
          <a:xfrm>
            <a:off x="3215680" y="6165304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pic>
        <p:nvPicPr>
          <p:cNvPr id="23" name="22 Imagen"/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000944" y="6277629"/>
            <a:ext cx="287793" cy="361618"/>
          </a:xfrm>
          <a:prstGeom prst="rect">
            <a:avLst/>
          </a:prstGeom>
        </p:spPr>
      </p:pic>
      <p:sp>
        <p:nvSpPr>
          <p:cNvPr id="17" name="16 Flecha izquierda">
            <a:hlinkClick r:id="rId5" action="ppaction://hlinksldjump"/>
          </p:cNvPr>
          <p:cNvSpPr/>
          <p:nvPr/>
        </p:nvSpPr>
        <p:spPr>
          <a:xfrm>
            <a:off x="71389" y="6252795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sp>
        <p:nvSpPr>
          <p:cNvPr id="18" name="17 Flecha derecha"/>
          <p:cNvSpPr/>
          <p:nvPr/>
        </p:nvSpPr>
        <p:spPr>
          <a:xfrm>
            <a:off x="7507759" y="6291764"/>
            <a:ext cx="864096" cy="333348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ACD5E93-3A44-598E-C940-46C48A30B32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43656"/>
          <a:stretch>
            <a:fillRect/>
          </a:stretch>
        </p:blipFill>
        <p:spPr>
          <a:xfrm>
            <a:off x="395536" y="0"/>
            <a:ext cx="8017418" cy="677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3093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C7D9663-D862-8B6B-0E2B-FE90ED383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29202E8-29E3-BE9A-A366-313AA69D5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31</a:t>
            </a:fld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48D04FA-1EFB-9468-E2F2-FC64D5D3C2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350"/>
          <a:stretch>
            <a:fillRect/>
          </a:stretch>
        </p:blipFill>
        <p:spPr>
          <a:xfrm>
            <a:off x="106275" y="572045"/>
            <a:ext cx="8931450" cy="571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1921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Título"/>
          <p:cNvSpPr txBox="1">
            <a:spLocks/>
          </p:cNvSpPr>
          <p:nvPr/>
        </p:nvSpPr>
        <p:spPr>
          <a:xfrm>
            <a:off x="71389" y="42626"/>
            <a:ext cx="9072611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2600" b="1" dirty="0"/>
              <a:t>5. Factores derivados de la organización del trabajo</a:t>
            </a:r>
          </a:p>
        </p:txBody>
      </p:sp>
      <p:sp>
        <p:nvSpPr>
          <p:cNvPr id="14" name="13 Flecha izquierda">
            <a:hlinkClick r:id="rId2" action="ppaction://hlinksldjump"/>
          </p:cNvPr>
          <p:cNvSpPr/>
          <p:nvPr/>
        </p:nvSpPr>
        <p:spPr>
          <a:xfrm>
            <a:off x="71389" y="6252795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sp>
        <p:nvSpPr>
          <p:cNvPr id="15" name="14 Flecha derecha"/>
          <p:cNvSpPr/>
          <p:nvPr/>
        </p:nvSpPr>
        <p:spPr>
          <a:xfrm>
            <a:off x="7507759" y="6291764"/>
            <a:ext cx="864096" cy="333348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  <p:sp>
        <p:nvSpPr>
          <p:cNvPr id="11" name="10 CuadroTexto"/>
          <p:cNvSpPr txBox="1"/>
          <p:nvPr/>
        </p:nvSpPr>
        <p:spPr>
          <a:xfrm>
            <a:off x="276475" y="3252553"/>
            <a:ext cx="4093733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MEDIDAS DE PREVENCIÓN/PROTECCIÓN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15 Rectángulo redondeado"/>
          <p:cNvSpPr/>
          <p:nvPr/>
        </p:nvSpPr>
        <p:spPr>
          <a:xfrm>
            <a:off x="4686637" y="3789040"/>
            <a:ext cx="3788487" cy="161254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solidFill>
                  <a:schemeClr val="tx1"/>
                </a:solidFill>
              </a:rPr>
              <a:t>DAÑOS</a:t>
            </a:r>
          </a:p>
          <a:p>
            <a:pPr algn="ctr"/>
            <a:endParaRPr lang="es-ES_tradnl" sz="800" b="1" dirty="0">
              <a:solidFill>
                <a:schemeClr val="tx1"/>
              </a:solidFill>
            </a:endParaRP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olidFill>
                  <a:schemeClr val="tx1"/>
                </a:solidFill>
              </a:rPr>
              <a:t>Insatisfacción laboral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 err="1">
                <a:solidFill>
                  <a:schemeClr val="tx1"/>
                </a:solidFill>
              </a:rPr>
              <a:t>Burnout</a:t>
            </a:r>
            <a:r>
              <a:rPr lang="es-ES_tradnl" sz="1600" dirty="0">
                <a:solidFill>
                  <a:schemeClr val="tx1"/>
                </a:solidFill>
              </a:rPr>
              <a:t> (estar quemado)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olidFill>
                  <a:schemeClr val="tx1"/>
                </a:solidFill>
              </a:rPr>
              <a:t>Estrés laboral 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 err="1">
                <a:solidFill>
                  <a:schemeClr val="tx1"/>
                </a:solidFill>
              </a:rPr>
              <a:t>Mobbing</a:t>
            </a:r>
            <a:r>
              <a:rPr lang="es-ES_tradnl" sz="1600" dirty="0">
                <a:solidFill>
                  <a:schemeClr val="tx1"/>
                </a:solidFill>
              </a:rPr>
              <a:t> o acoso laboral</a:t>
            </a:r>
          </a:p>
        </p:txBody>
      </p:sp>
      <p:sp>
        <p:nvSpPr>
          <p:cNvPr id="17" name="16 CuadroTexto"/>
          <p:cNvSpPr txBox="1"/>
          <p:nvPr/>
        </p:nvSpPr>
        <p:spPr>
          <a:xfrm>
            <a:off x="264257" y="3627660"/>
            <a:ext cx="411817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Evitar jornadas prolongadas 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Programar pausas y descansos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Conocer turnos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Rotación puestos de trabajo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Selección de personal acorde al puesto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Evitar ambigüedades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Sistema salariar justo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Estilo de liderazgo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Clima laboral positivo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Formación y capacitación</a:t>
            </a:r>
            <a:endParaRPr lang="es-ES" sz="1600" dirty="0"/>
          </a:p>
        </p:txBody>
      </p:sp>
      <p:graphicFrame>
        <p:nvGraphicFramePr>
          <p:cNvPr id="12" name="1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384064"/>
              </p:ext>
            </p:extLst>
          </p:nvPr>
        </p:nvGraphicFramePr>
        <p:xfrm>
          <a:off x="395226" y="1089725"/>
          <a:ext cx="8424936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5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9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600" dirty="0">
                          <a:solidFill>
                            <a:schemeClr val="bg1"/>
                          </a:solidFill>
                        </a:rPr>
                        <a:t>Condiciones e interpretación</a:t>
                      </a:r>
                      <a:endParaRPr lang="es-ES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i="1" u="sng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Jornada</a:t>
                      </a:r>
                      <a:r>
                        <a:rPr lang="es-ES_tradnl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turnos, nocturno,…</a:t>
                      </a:r>
                      <a:endParaRPr lang="es-ES" sz="1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i="1" u="sng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Organización del trabajo</a:t>
                      </a:r>
                      <a:r>
                        <a:rPr lang="es-ES_tradnl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inestabilidad, bajos salarios, exceso de supervisión, calidad relaciones personales..</a:t>
                      </a:r>
                      <a:endParaRPr lang="es-ES" sz="1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i="1" u="sng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Características</a:t>
                      </a:r>
                      <a:r>
                        <a:rPr lang="es-ES_tradnl" sz="1600" b="1" i="1" u="sng" kern="1200" baseline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 del puesto</a:t>
                      </a: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monótono, autonomía, ritmo, expectativas, incapacidad…</a:t>
                      </a:r>
                      <a:endParaRPr lang="es-ES" sz="1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i="1" u="sng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Características del trabajador</a:t>
                      </a:r>
                      <a:r>
                        <a:rPr lang="es-ES_tradnl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formación y capacidad, personalidad, inteligencia emocional…</a:t>
                      </a:r>
                      <a:endParaRPr lang="es-ES" sz="1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1 CuadroTexto"/>
          <p:cNvSpPr txBox="1"/>
          <p:nvPr/>
        </p:nvSpPr>
        <p:spPr>
          <a:xfrm>
            <a:off x="160565" y="751171"/>
            <a:ext cx="8965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/>
              <a:t>Interactúan </a:t>
            </a:r>
            <a:r>
              <a:rPr lang="es-ES_tradnl" sz="1600" dirty="0">
                <a:sym typeface="Wingdings" panose="05000000000000000000" pitchFamily="2" charset="2"/>
              </a:rPr>
              <a:t> características de la empresa y características personales</a:t>
            </a:r>
            <a:endParaRPr lang="es-ES" sz="1600" dirty="0"/>
          </a:p>
        </p:txBody>
      </p:sp>
      <p:sp>
        <p:nvSpPr>
          <p:cNvPr id="13" name="12 Rectángulo">
            <a:hlinkClick r:id="rId3"/>
          </p:cNvPr>
          <p:cNvSpPr/>
          <p:nvPr/>
        </p:nvSpPr>
        <p:spPr>
          <a:xfrm>
            <a:off x="3225883" y="5648286"/>
            <a:ext cx="228222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Búsqueda:</a:t>
            </a:r>
            <a:r>
              <a:rPr lang="es-ES_tradnl" sz="1400" b="1" dirty="0">
                <a:solidFill>
                  <a:srgbClr val="C00000"/>
                </a:solidFill>
              </a:rPr>
              <a:t> “Práctica 13 c)1”</a:t>
            </a:r>
          </a:p>
        </p:txBody>
      </p:sp>
      <p:pic>
        <p:nvPicPr>
          <p:cNvPr id="18" name="17 Imagen"/>
          <p:cNvPicPr>
            <a:picLocks noChangeAspect="1"/>
          </p:cNvPicPr>
          <p:nvPr/>
        </p:nvPicPr>
        <p:blipFill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7240">
            <a:off x="3049986" y="5664455"/>
            <a:ext cx="351794" cy="442037"/>
          </a:xfrm>
          <a:prstGeom prst="rect">
            <a:avLst/>
          </a:prstGeom>
        </p:spPr>
      </p:pic>
      <p:sp>
        <p:nvSpPr>
          <p:cNvPr id="19" name="18 Rectángulo">
            <a:hlinkClick r:id="rId5"/>
          </p:cNvPr>
          <p:cNvSpPr/>
          <p:nvPr/>
        </p:nvSpPr>
        <p:spPr>
          <a:xfrm>
            <a:off x="4816685" y="3098664"/>
            <a:ext cx="352839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Búsqueda:</a:t>
            </a:r>
            <a:r>
              <a:rPr lang="es-ES_tradnl" sz="1400" b="1" dirty="0">
                <a:solidFill>
                  <a:srgbClr val="C00000"/>
                </a:solidFill>
              </a:rPr>
              <a:t> “factores de riesgo psicosociales”</a:t>
            </a:r>
          </a:p>
        </p:txBody>
      </p:sp>
      <p:pic>
        <p:nvPicPr>
          <p:cNvPr id="20" name="19 Imagen"/>
          <p:cNvPicPr>
            <a:picLocks noChangeAspect="1"/>
          </p:cNvPicPr>
          <p:nvPr/>
        </p:nvPicPr>
        <p:blipFill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7240">
            <a:off x="4640788" y="3114833"/>
            <a:ext cx="351794" cy="442037"/>
          </a:xfrm>
          <a:prstGeom prst="rect">
            <a:avLst/>
          </a:prstGeom>
        </p:spPr>
      </p:pic>
      <p:sp>
        <p:nvSpPr>
          <p:cNvPr id="21" name="20 Rectángulo">
            <a:hlinkClick r:id="rId6"/>
          </p:cNvPr>
          <p:cNvSpPr/>
          <p:nvPr/>
        </p:nvSpPr>
        <p:spPr>
          <a:xfrm>
            <a:off x="5898994" y="5612035"/>
            <a:ext cx="228222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_tradnl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Búsqueda:</a:t>
            </a:r>
            <a:r>
              <a:rPr lang="es-ES_tradnl" sz="1400" b="1" dirty="0">
                <a:solidFill>
                  <a:srgbClr val="C00000"/>
                </a:solidFill>
              </a:rPr>
              <a:t> “Práctica 13 c) 2”</a:t>
            </a:r>
          </a:p>
        </p:txBody>
      </p:sp>
      <p:pic>
        <p:nvPicPr>
          <p:cNvPr id="22" name="21 Imagen"/>
          <p:cNvPicPr>
            <a:picLocks noChangeAspect="1"/>
          </p:cNvPicPr>
          <p:nvPr/>
        </p:nvPicPr>
        <p:blipFill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7240">
            <a:off x="5723097" y="5628204"/>
            <a:ext cx="351794" cy="442037"/>
          </a:xfrm>
          <a:prstGeom prst="rect">
            <a:avLst/>
          </a:prstGeom>
        </p:spPr>
      </p:pic>
      <p:sp>
        <p:nvSpPr>
          <p:cNvPr id="23" name="22 CuadroTexto">
            <a:hlinkClick r:id="rId7" action="ppaction://hlinksldjump"/>
          </p:cNvPr>
          <p:cNvSpPr txBox="1"/>
          <p:nvPr/>
        </p:nvSpPr>
        <p:spPr>
          <a:xfrm>
            <a:off x="3215680" y="6165304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pic>
        <p:nvPicPr>
          <p:cNvPr id="24" name="23 Imagen"/>
          <p:cNvPicPr>
            <a:picLocks noChangeAspect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000944" y="6277629"/>
            <a:ext cx="287793" cy="36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0051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Título"/>
          <p:cNvSpPr txBox="1">
            <a:spLocks/>
          </p:cNvSpPr>
          <p:nvPr/>
        </p:nvSpPr>
        <p:spPr>
          <a:xfrm>
            <a:off x="71389" y="42626"/>
            <a:ext cx="9072611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2600" b="1" dirty="0"/>
              <a:t>5. Factores derivados de la organización del trabajo</a:t>
            </a:r>
          </a:p>
        </p:txBody>
      </p:sp>
      <p:sp>
        <p:nvSpPr>
          <p:cNvPr id="14" name="13 Flecha izquierda">
            <a:hlinkClick r:id="rId2" action="ppaction://hlinksldjump"/>
          </p:cNvPr>
          <p:cNvSpPr/>
          <p:nvPr/>
        </p:nvSpPr>
        <p:spPr>
          <a:xfrm>
            <a:off x="71389" y="6252795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graphicFrame>
        <p:nvGraphicFramePr>
          <p:cNvPr id="12" name="1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359547"/>
              </p:ext>
            </p:extLst>
          </p:nvPr>
        </p:nvGraphicFramePr>
        <p:xfrm>
          <a:off x="215206" y="836712"/>
          <a:ext cx="8784976" cy="515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9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5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24"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600" dirty="0">
                          <a:solidFill>
                            <a:schemeClr val="bg1"/>
                          </a:solidFill>
                        </a:rPr>
                        <a:t>Conductas</a:t>
                      </a:r>
                      <a:r>
                        <a:rPr lang="es-ES_tradnl" sz="1600" baseline="0" dirty="0">
                          <a:solidFill>
                            <a:schemeClr val="bg1"/>
                          </a:solidFill>
                        </a:rPr>
                        <a:t> incluidas dentro del acoso laboral o </a:t>
                      </a:r>
                      <a:r>
                        <a:rPr lang="es-ES_tradnl" sz="1600" baseline="0" dirty="0" err="1">
                          <a:solidFill>
                            <a:schemeClr val="bg1"/>
                          </a:solidFill>
                        </a:rPr>
                        <a:t>mobbing</a:t>
                      </a:r>
                      <a:endParaRPr lang="es-ES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i="1" u="sng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Ataques con medidas organizacionales</a:t>
                      </a:r>
                      <a:r>
                        <a:rPr lang="es-ES_tradnl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Obliga a realizar tareas en contra de su conciencia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Juzgar</a:t>
                      </a: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su desempeño de manera ofensiva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Cambiar de ubicación separado de sus compañeros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No asignar tareas sin sentido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Asignar tareas desagradables</a:t>
                      </a:r>
                      <a:endParaRPr lang="es-ES" sz="1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i="1" u="sng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Ataques con aislamiento social</a:t>
                      </a:r>
                      <a:r>
                        <a:rPr lang="es-ES_tradnl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Prohibir a los</a:t>
                      </a: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compañeros que hablen con la víctima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No dirigir la palabra a una persona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Tratar a una persona como si no existiera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Rehusar la comunicación a través de miradas o gestos</a:t>
                      </a:r>
                      <a:endParaRPr lang="es-ES" sz="1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i="1" u="sng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Ataques a la vida privada</a:t>
                      </a: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600" b="1" kern="1200" baseline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Críticas permanentes a la vida privada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Terror telefónico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Hacer parecer estúpida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Dar entender que tiene problemas psicológicos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Imitar 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Mofarse de la vida privada o discapacidades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i="1" u="sng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Agresiones,</a:t>
                      </a:r>
                      <a:r>
                        <a:rPr lang="es-ES_tradnl" sz="1600" b="1" i="1" u="sng" kern="1200" baseline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 rumores y ataques a sus actitudes</a:t>
                      </a:r>
                      <a:r>
                        <a:rPr lang="es-ES_tradnl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600" b="1" kern="1200" baseline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Gritar, insultar…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Amenazas verbales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Amenazas de violencia física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Maltrato físico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Ofertas sexuales, violencia sexual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Mofarse de la nacionalidad de la víctima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Difundir rumores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Hablar mal de una persona a sus espaldas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43139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186083-80C7-DAEB-BDDD-D13925474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213285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s-ES" b="1" dirty="0"/>
              <a:t>RETO 2: EL </a:t>
            </a:r>
            <a:r>
              <a:rPr lang="es-ES" b="1" i="1" dirty="0"/>
              <a:t>EFECTO BLURRING</a:t>
            </a:r>
            <a:r>
              <a:rPr lang="es-ES" b="1" dirty="0"/>
              <a:t>, nuevo riesgo psicosocial</a:t>
            </a:r>
            <a:br>
              <a:rPr lang="es-ES" b="1" dirty="0"/>
            </a:br>
            <a:br>
              <a:rPr lang="es-ES" b="1" dirty="0"/>
            </a:br>
            <a:r>
              <a:rPr lang="es-ES" b="1" dirty="0"/>
              <a:t>CASO: UNA EMPRESA QUE NUNCA DESCONECTA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F9C2772-DBB9-7C58-3554-B5EEEEC9F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7327AD3-6E1B-BF82-6E3A-7A2C1A0B0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34</a:t>
            </a:fld>
            <a:endParaRPr lang="es-ES" dirty="0"/>
          </a:p>
        </p:txBody>
      </p:sp>
      <p:pic>
        <p:nvPicPr>
          <p:cNvPr id="8194" name="Picture 2" descr="Bombillo Idea Vectores, Iconos, Gráficos y Fondos para Descargar Gratis">
            <a:extLst>
              <a:ext uri="{FF2B5EF4-FFF2-40B4-BE49-F238E27FC236}">
                <a16:creationId xmlns:a16="http://schemas.microsoft.com/office/drawing/2014/main" id="{1F3E33BC-E040-B43E-0328-4366BAEAD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52261">
            <a:off x="6183475" y="3749303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60697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32 CuadroTexto">
            <a:hlinkClick r:id="rId2" action="ppaction://hlinksldjump"/>
          </p:cNvPr>
          <p:cNvSpPr txBox="1"/>
          <p:nvPr/>
        </p:nvSpPr>
        <p:spPr>
          <a:xfrm>
            <a:off x="3215680" y="6165304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sp>
        <p:nvSpPr>
          <p:cNvPr id="43" name="1 Título"/>
          <p:cNvSpPr txBox="1">
            <a:spLocks/>
          </p:cNvSpPr>
          <p:nvPr/>
        </p:nvSpPr>
        <p:spPr>
          <a:xfrm>
            <a:off x="148256" y="42626"/>
            <a:ext cx="8229600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b="1" dirty="0"/>
              <a:t>6. La evaluación de riesgos laborales</a:t>
            </a:r>
          </a:p>
        </p:txBody>
      </p:sp>
      <p:pic>
        <p:nvPicPr>
          <p:cNvPr id="44" name="43 Imagen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000944" y="6277629"/>
            <a:ext cx="287793" cy="361618"/>
          </a:xfrm>
          <a:prstGeom prst="rect">
            <a:avLst/>
          </a:prstGeom>
        </p:spPr>
      </p:pic>
      <p:sp>
        <p:nvSpPr>
          <p:cNvPr id="49" name="48 Flecha izquierda">
            <a:hlinkClick r:id="rId4" action="ppaction://hlinksldjump"/>
          </p:cNvPr>
          <p:cNvSpPr/>
          <p:nvPr/>
        </p:nvSpPr>
        <p:spPr>
          <a:xfrm>
            <a:off x="71389" y="6252795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sp>
        <p:nvSpPr>
          <p:cNvPr id="50" name="49 Flecha derecha"/>
          <p:cNvSpPr/>
          <p:nvPr/>
        </p:nvSpPr>
        <p:spPr>
          <a:xfrm>
            <a:off x="7507759" y="6318482"/>
            <a:ext cx="864096" cy="267661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siguiente</a:t>
            </a:r>
            <a:endParaRPr lang="es-ES" sz="1200" b="1" dirty="0">
              <a:solidFill>
                <a:schemeClr val="bg1"/>
              </a:solidFill>
            </a:endParaRPr>
          </a:p>
        </p:txBody>
      </p:sp>
      <p:sp>
        <p:nvSpPr>
          <p:cNvPr id="22" name="21 CuadroTexto"/>
          <p:cNvSpPr txBox="1"/>
          <p:nvPr/>
        </p:nvSpPr>
        <p:spPr>
          <a:xfrm>
            <a:off x="194804" y="1186704"/>
            <a:ext cx="5525142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/>
              <a:t>Método de evaluación de riesgos del INSHT</a:t>
            </a:r>
            <a:endParaRPr lang="es-ES" dirty="0"/>
          </a:p>
        </p:txBody>
      </p:sp>
      <p:sp>
        <p:nvSpPr>
          <p:cNvPr id="34" name="33 CuadroTexto"/>
          <p:cNvSpPr txBox="1"/>
          <p:nvPr/>
        </p:nvSpPr>
        <p:spPr>
          <a:xfrm>
            <a:off x="1331640" y="620688"/>
            <a:ext cx="55251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2000" dirty="0"/>
              <a:t>¿Cómo evaluar si existen o no riesgos laborales?</a:t>
            </a:r>
            <a:endParaRPr lang="es-ES" sz="2000" dirty="0"/>
          </a:p>
        </p:txBody>
      </p:sp>
      <p:sp>
        <p:nvSpPr>
          <p:cNvPr id="35" name="34 Flecha derecha"/>
          <p:cNvSpPr/>
          <p:nvPr/>
        </p:nvSpPr>
        <p:spPr>
          <a:xfrm rot="5400000">
            <a:off x="537781" y="1897674"/>
            <a:ext cx="856051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6" name="35 Flecha derecha"/>
          <p:cNvSpPr/>
          <p:nvPr/>
        </p:nvSpPr>
        <p:spPr>
          <a:xfrm rot="1204015" flipV="1">
            <a:off x="1440130" y="1710288"/>
            <a:ext cx="924093" cy="1411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aphicFrame>
        <p:nvGraphicFramePr>
          <p:cNvPr id="2" name="1 Tabla"/>
          <p:cNvGraphicFramePr>
            <a:graphicFrameLocks noGrp="1"/>
          </p:cNvGraphicFramePr>
          <p:nvPr/>
        </p:nvGraphicFramePr>
        <p:xfrm>
          <a:off x="148256" y="1764449"/>
          <a:ext cx="863691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11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53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37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s-ES" sz="1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600" dirty="0"/>
                    </a:p>
                  </a:txBody>
                  <a:tcP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ES_tradnl" sz="1600" dirty="0"/>
                        <a:t>Consecuencias</a:t>
                      </a:r>
                      <a:endParaRPr lang="es-E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E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E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ES" sz="1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6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600" dirty="0"/>
                        <a:t>Ligeramente dañinas</a:t>
                      </a:r>
                      <a:endParaRPr lang="es-ES" sz="1600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600" dirty="0"/>
                        <a:t>Dañinas</a:t>
                      </a:r>
                      <a:endParaRPr lang="es-ES" sz="1600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600" dirty="0"/>
                        <a:t>Extremadamente</a:t>
                      </a:r>
                      <a:r>
                        <a:rPr lang="es-ES_tradnl" sz="1600" baseline="0" dirty="0"/>
                        <a:t> dañinas</a:t>
                      </a:r>
                      <a:endParaRPr lang="es-ES" sz="1600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_tradnl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Probabilidad</a:t>
                      </a:r>
                      <a:endParaRPr lang="es-ES" sz="16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600" dirty="0"/>
                        <a:t>Baja</a:t>
                      </a:r>
                      <a:endParaRPr lang="es-ES" sz="1600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600" dirty="0"/>
                        <a:t>Trivial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600" dirty="0"/>
                        <a:t>Tolerante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600" dirty="0"/>
                        <a:t>Moderado</a:t>
                      </a:r>
                      <a:endParaRPr lang="es-E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600" dirty="0"/>
                        <a:t>Media</a:t>
                      </a:r>
                      <a:endParaRPr lang="es-ES" sz="1600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600" dirty="0"/>
                        <a:t>Tolerable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600" dirty="0"/>
                        <a:t>Moderado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600" dirty="0"/>
                        <a:t>Importante</a:t>
                      </a:r>
                      <a:endParaRPr lang="es-E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600" dirty="0"/>
                        <a:t>Alta</a:t>
                      </a:r>
                      <a:endParaRPr lang="es-ES" sz="1600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600" dirty="0"/>
                        <a:t>Moderado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600" dirty="0"/>
                        <a:t>Importante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600" dirty="0"/>
                        <a:t>Intolerable</a:t>
                      </a:r>
                      <a:endParaRPr lang="es-E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23 CuadroTexto"/>
          <p:cNvSpPr txBox="1"/>
          <p:nvPr/>
        </p:nvSpPr>
        <p:spPr>
          <a:xfrm>
            <a:off x="2312845" y="3861048"/>
            <a:ext cx="43001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600" b="1" dirty="0"/>
              <a:t>Prioridad de actuación según nivel de riesgo:</a:t>
            </a:r>
            <a:endParaRPr lang="es-ES" sz="1600" b="1" dirty="0"/>
          </a:p>
        </p:txBody>
      </p:sp>
      <p:sp>
        <p:nvSpPr>
          <p:cNvPr id="29" name="28 Rectángulo"/>
          <p:cNvSpPr/>
          <p:nvPr/>
        </p:nvSpPr>
        <p:spPr>
          <a:xfrm>
            <a:off x="84740" y="4433899"/>
            <a:ext cx="3634875" cy="29238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s-ES_tradnl" sz="1600" b="1" dirty="0">
                <a:solidFill>
                  <a:schemeClr val="tx1"/>
                </a:solidFill>
              </a:rPr>
              <a:t>Trivial </a:t>
            </a:r>
            <a:r>
              <a:rPr lang="es-ES_tradnl" sz="1600" b="1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s-ES_tradnl" sz="1600" dirty="0">
                <a:solidFill>
                  <a:schemeClr val="tx1"/>
                </a:solidFill>
                <a:sym typeface="Wingdings" panose="05000000000000000000" pitchFamily="2" charset="2"/>
              </a:rPr>
              <a:t>No requiere acción específica</a:t>
            </a:r>
            <a:endParaRPr lang="es-ES" sz="1600" b="1" dirty="0">
              <a:solidFill>
                <a:schemeClr val="tx1"/>
              </a:solidFill>
            </a:endParaRPr>
          </a:p>
        </p:txBody>
      </p:sp>
      <p:sp>
        <p:nvSpPr>
          <p:cNvPr id="30" name="29 Rectángulo"/>
          <p:cNvSpPr/>
          <p:nvPr/>
        </p:nvSpPr>
        <p:spPr>
          <a:xfrm>
            <a:off x="877887" y="4747996"/>
            <a:ext cx="3585053" cy="29238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r>
              <a:rPr lang="es-ES_tradnl" sz="1600" b="1" dirty="0">
                <a:solidFill>
                  <a:schemeClr val="tx1"/>
                </a:solidFill>
              </a:rPr>
              <a:t>Tolerable </a:t>
            </a:r>
            <a:r>
              <a:rPr lang="es-ES_tradnl" sz="1600" b="1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s-ES_tradnl" sz="1600" dirty="0">
                <a:solidFill>
                  <a:schemeClr val="tx1"/>
                </a:solidFill>
                <a:sym typeface="Wingdings" panose="05000000000000000000" pitchFamily="2" charset="2"/>
              </a:rPr>
              <a:t>No se necesita mejorar</a:t>
            </a:r>
            <a:endParaRPr lang="es-ES" sz="1600" b="1" dirty="0">
              <a:solidFill>
                <a:schemeClr val="tx1"/>
              </a:solidFill>
            </a:endParaRPr>
          </a:p>
        </p:txBody>
      </p:sp>
      <p:sp>
        <p:nvSpPr>
          <p:cNvPr id="31" name="30 Rectángulo"/>
          <p:cNvSpPr/>
          <p:nvPr/>
        </p:nvSpPr>
        <p:spPr>
          <a:xfrm>
            <a:off x="1775819" y="5034509"/>
            <a:ext cx="4089083" cy="31703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r>
              <a:rPr lang="es-ES_tradnl" sz="1600" b="1" dirty="0">
                <a:solidFill>
                  <a:schemeClr val="tx1"/>
                </a:solidFill>
              </a:rPr>
              <a:t>Moderado </a:t>
            </a:r>
            <a:r>
              <a:rPr lang="es-ES_tradnl" sz="1600" b="1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s-ES_tradnl" sz="1600" dirty="0">
                <a:solidFill>
                  <a:schemeClr val="tx1"/>
                </a:solidFill>
                <a:sym typeface="Wingdings" panose="05000000000000000000" pitchFamily="2" charset="2"/>
              </a:rPr>
              <a:t>Esfuerzos para reducir el riesgo</a:t>
            </a:r>
            <a:endParaRPr lang="es-ES" sz="1600" b="1" dirty="0">
              <a:solidFill>
                <a:schemeClr val="tx1"/>
              </a:solidFill>
            </a:endParaRPr>
          </a:p>
        </p:txBody>
      </p:sp>
      <p:sp>
        <p:nvSpPr>
          <p:cNvPr id="39" name="38 Rectángulo"/>
          <p:cNvSpPr/>
          <p:nvPr/>
        </p:nvSpPr>
        <p:spPr>
          <a:xfrm>
            <a:off x="2725496" y="5383219"/>
            <a:ext cx="5619137" cy="29238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r>
              <a:rPr lang="es-ES_tradnl" sz="1600" b="1" dirty="0">
                <a:solidFill>
                  <a:schemeClr val="tx1"/>
                </a:solidFill>
              </a:rPr>
              <a:t>Importante </a:t>
            </a:r>
            <a:r>
              <a:rPr lang="es-ES_tradnl" sz="1600" b="1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s-ES_tradnl" sz="1600" dirty="0">
                <a:solidFill>
                  <a:schemeClr val="tx1"/>
                </a:solidFill>
                <a:sym typeface="Wingdings" panose="05000000000000000000" pitchFamily="2" charset="2"/>
              </a:rPr>
              <a:t>No comenzar trabajo hasta la reducción del riesgo</a:t>
            </a:r>
            <a:endParaRPr lang="es-ES" sz="1600" b="1" dirty="0">
              <a:solidFill>
                <a:schemeClr val="tx1"/>
              </a:solidFill>
            </a:endParaRPr>
          </a:p>
        </p:txBody>
      </p:sp>
      <p:sp>
        <p:nvSpPr>
          <p:cNvPr id="40" name="39 Rectángulo"/>
          <p:cNvSpPr/>
          <p:nvPr/>
        </p:nvSpPr>
        <p:spPr>
          <a:xfrm>
            <a:off x="3741768" y="5675607"/>
            <a:ext cx="4409837" cy="29859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s-ES_tradnl" sz="1600" b="1" dirty="0">
                <a:solidFill>
                  <a:schemeClr val="tx1"/>
                </a:solidFill>
              </a:rPr>
              <a:t>Intolerable </a:t>
            </a:r>
            <a:r>
              <a:rPr lang="es-ES_tradnl" sz="1600" b="1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s-ES_tradnl" sz="1600" dirty="0">
                <a:solidFill>
                  <a:schemeClr val="tx1"/>
                </a:solidFill>
                <a:sym typeface="Wingdings" panose="05000000000000000000" pitchFamily="2" charset="2"/>
              </a:rPr>
              <a:t>No se debe continuar ni comenzar</a:t>
            </a:r>
            <a:endParaRPr lang="es-E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5308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8048</TotalTime>
  <Words>2752</Words>
  <Application>Microsoft Office PowerPoint</Application>
  <PresentationFormat>Presentación en pantalla (4:3)</PresentationFormat>
  <Paragraphs>539</Paragraphs>
  <Slides>35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40" baseType="lpstr">
      <vt:lpstr>Aptos</vt:lpstr>
      <vt:lpstr>Arial</vt:lpstr>
      <vt:lpstr>Calibri</vt:lpstr>
      <vt:lpstr>Wingdings</vt:lpstr>
      <vt:lpstr>Tema de Office</vt:lpstr>
      <vt:lpstr>Presentación de PowerPoint</vt:lpstr>
      <vt:lpstr>Presentación de PowerPoint</vt:lpstr>
      <vt:lpstr>CONTENIDOS</vt:lpstr>
      <vt:lpstr>Presentación de PowerPoint</vt:lpstr>
      <vt:lpstr>Presentación de PowerPoint</vt:lpstr>
      <vt:lpstr>Presentación de PowerPoint</vt:lpstr>
      <vt:lpstr>Presentación de PowerPoint</vt:lpstr>
      <vt:lpstr>RD 486/1997</vt:lpstr>
      <vt:lpstr>Presentación de PowerPoint</vt:lpstr>
      <vt:lpstr>Presentación de PowerPoint</vt:lpstr>
      <vt:lpstr>Caso práctico</vt:lpstr>
      <vt:lpstr>Solución</vt:lpstr>
      <vt:lpstr>Presentación de PowerPoint</vt:lpstr>
      <vt:lpstr>¿Qué maquinas y/o herramientas usas en tu sector profesional? ¿Estás libre de peligros?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RETO 2: EL EFECTO BLURRING, nuevo riesgo psicosocial  CASO: UNA EMPRESA QUE NUNCA DESCONECTA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TONI</dc:creator>
  <cp:lastModifiedBy>demoadobe@outlook.es</cp:lastModifiedBy>
  <cp:revision>503</cp:revision>
  <dcterms:created xsi:type="dcterms:W3CDTF">2013-09-12T06:29:10Z</dcterms:created>
  <dcterms:modified xsi:type="dcterms:W3CDTF">2026-10-20T18:59:10Z</dcterms:modified>
</cp:coreProperties>
</file>